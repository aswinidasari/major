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73" r:id="rId4"/>
    <p:sldId id="258" r:id="rId5"/>
    <p:sldId id="257" r:id="rId6"/>
    <p:sldId id="259" r:id="rId7"/>
    <p:sldId id="282" r:id="rId8"/>
    <p:sldId id="288" r:id="rId9"/>
    <p:sldId id="261" r:id="rId10"/>
    <p:sldId id="283" r:id="rId11"/>
    <p:sldId id="274" r:id="rId12"/>
    <p:sldId id="264" r:id="rId13"/>
    <p:sldId id="285" r:id="rId14"/>
    <p:sldId id="289" r:id="rId15"/>
    <p:sldId id="286" r:id="rId16"/>
    <p:sldId id="287" r:id="rId17"/>
    <p:sldId id="275" r:id="rId18"/>
    <p:sldId id="290" r:id="rId19"/>
    <p:sldId id="284" r:id="rId20"/>
    <p:sldId id="267" r:id="rId21"/>
    <p:sldId id="268" r:id="rId22"/>
    <p:sldId id="269" r:id="rId23"/>
    <p:sldId id="270" r:id="rId24"/>
    <p:sldId id="27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68C26D-577A-4609-914E-559849B7216F}" type="doc">
      <dgm:prSet loTypeId="urn:microsoft.com/office/officeart/2005/8/layout/orgChart1" loCatId="hierarchy" qsTypeId="urn:microsoft.com/office/officeart/2005/8/quickstyle/simple3" qsCatId="simple" csTypeId="urn:microsoft.com/office/officeart/2005/8/colors/accent0_1" csCatId="mainScheme" phldr="1"/>
      <dgm:spPr/>
      <dgm:t>
        <a:bodyPr/>
        <a:lstStyle/>
        <a:p>
          <a:endParaRPr lang="en-IN"/>
        </a:p>
      </dgm:t>
    </dgm:pt>
    <dgm:pt modelId="{16939AD5-A7C9-4201-BA75-3378326A5C29}">
      <dgm:prSet phldrT="[Text]" custT="1"/>
      <dgm:spPr/>
      <dgm:t>
        <a:bodyPr/>
        <a:lstStyle/>
        <a:p>
          <a:r>
            <a:rPr lang="en-US" sz="1200" dirty="0"/>
            <a:t>Drive</a:t>
          </a:r>
          <a:endParaRPr lang="en-IN" sz="1200" dirty="0"/>
        </a:p>
      </dgm:t>
    </dgm:pt>
    <dgm:pt modelId="{039B5FD7-178A-426A-86BB-AC9C42D4C535}" type="parTrans" cxnId="{5B9BFFB8-33B9-4DCB-BEB1-04CD51E45AAB}">
      <dgm:prSet/>
      <dgm:spPr/>
      <dgm:t>
        <a:bodyPr/>
        <a:lstStyle/>
        <a:p>
          <a:endParaRPr lang="en-IN"/>
        </a:p>
      </dgm:t>
    </dgm:pt>
    <dgm:pt modelId="{B55703AC-9C3E-438F-8ECF-861522138BEE}" type="sibTrans" cxnId="{5B9BFFB8-33B9-4DCB-BEB1-04CD51E45AAB}">
      <dgm:prSet/>
      <dgm:spPr/>
      <dgm:t>
        <a:bodyPr/>
        <a:lstStyle/>
        <a:p>
          <a:endParaRPr lang="en-IN"/>
        </a:p>
      </dgm:t>
    </dgm:pt>
    <dgm:pt modelId="{D20F7B05-D3D3-4CDB-BDA6-9931AC82085F}">
      <dgm:prSet phldrT="[Text]" custT="1"/>
      <dgm:spPr/>
      <dgm:t>
        <a:bodyPr/>
        <a:lstStyle/>
        <a:p>
          <a:r>
            <a:rPr lang="en-US" sz="1200" dirty="0"/>
            <a:t>YOLO(Folder Name)</a:t>
          </a:r>
          <a:endParaRPr lang="en-IN" sz="1200" dirty="0"/>
        </a:p>
      </dgm:t>
    </dgm:pt>
    <dgm:pt modelId="{11602E45-C664-47C8-80A0-ABD4108E44E8}" type="parTrans" cxnId="{7BCBEAF4-5580-41D8-9146-F8F114F1F4D0}">
      <dgm:prSet/>
      <dgm:spPr/>
      <dgm:t>
        <a:bodyPr/>
        <a:lstStyle/>
        <a:p>
          <a:endParaRPr lang="en-IN" sz="1200"/>
        </a:p>
      </dgm:t>
    </dgm:pt>
    <dgm:pt modelId="{219D86C3-3334-4A30-B7F3-E74343A51556}" type="sibTrans" cxnId="{7BCBEAF4-5580-41D8-9146-F8F114F1F4D0}">
      <dgm:prSet/>
      <dgm:spPr/>
      <dgm:t>
        <a:bodyPr/>
        <a:lstStyle/>
        <a:p>
          <a:endParaRPr lang="en-IN"/>
        </a:p>
      </dgm:t>
    </dgm:pt>
    <dgm:pt modelId="{2B2ADDAB-5BD6-404A-BC91-0AD1F31BF16C}">
      <dgm:prSet phldrT="[Text]" custT="1"/>
      <dgm:spPr/>
      <dgm:t>
        <a:bodyPr/>
        <a:lstStyle/>
        <a:p>
          <a:r>
            <a:rPr lang="en-US" sz="1200" dirty="0"/>
            <a:t>Valid</a:t>
          </a:r>
          <a:endParaRPr lang="en-IN" sz="1200" dirty="0"/>
        </a:p>
      </dgm:t>
    </dgm:pt>
    <dgm:pt modelId="{B6E8FE68-69E6-4587-AE24-F265D9363B82}" type="parTrans" cxnId="{9DED532B-B585-4222-A050-8086F10897E2}">
      <dgm:prSet/>
      <dgm:spPr/>
      <dgm:t>
        <a:bodyPr/>
        <a:lstStyle/>
        <a:p>
          <a:endParaRPr lang="en-IN" sz="1200"/>
        </a:p>
      </dgm:t>
    </dgm:pt>
    <dgm:pt modelId="{1CC312F0-99A6-4610-B70F-68E1B3421533}" type="sibTrans" cxnId="{9DED532B-B585-4222-A050-8086F10897E2}">
      <dgm:prSet/>
      <dgm:spPr/>
      <dgm:t>
        <a:bodyPr/>
        <a:lstStyle/>
        <a:p>
          <a:endParaRPr lang="en-IN"/>
        </a:p>
      </dgm:t>
    </dgm:pt>
    <dgm:pt modelId="{72FC1C62-1B31-43E2-BFDD-AE33D1198F46}">
      <dgm:prSet phldrT="[Text]" custT="1"/>
      <dgm:spPr/>
      <dgm:t>
        <a:bodyPr/>
        <a:lstStyle/>
        <a:p>
          <a:r>
            <a:rPr lang="en-US" sz="1200" dirty="0"/>
            <a:t>My Drive</a:t>
          </a:r>
          <a:endParaRPr lang="en-IN" sz="1200" dirty="0"/>
        </a:p>
      </dgm:t>
    </dgm:pt>
    <dgm:pt modelId="{02394E82-2885-4E0D-A22C-A1962A64BE81}" type="parTrans" cxnId="{76380CDE-AD30-498C-80D2-02A9DC986A23}">
      <dgm:prSet/>
      <dgm:spPr/>
      <dgm:t>
        <a:bodyPr/>
        <a:lstStyle/>
        <a:p>
          <a:endParaRPr lang="en-IN" sz="1200"/>
        </a:p>
      </dgm:t>
    </dgm:pt>
    <dgm:pt modelId="{E4A4B09A-9D05-4E6E-90B8-6A748AC6FA30}" type="sibTrans" cxnId="{76380CDE-AD30-498C-80D2-02A9DC986A23}">
      <dgm:prSet/>
      <dgm:spPr/>
      <dgm:t>
        <a:bodyPr/>
        <a:lstStyle/>
        <a:p>
          <a:endParaRPr lang="en-IN"/>
        </a:p>
      </dgm:t>
    </dgm:pt>
    <dgm:pt modelId="{E288896D-1DAC-4761-B0F3-5A0463D968DD}">
      <dgm:prSet phldrT="[Text]" custT="1"/>
      <dgm:spPr/>
      <dgm:t>
        <a:bodyPr/>
        <a:lstStyle/>
        <a:p>
          <a:r>
            <a:rPr lang="en-US" sz="1200" dirty="0"/>
            <a:t>Test</a:t>
          </a:r>
          <a:endParaRPr lang="en-IN" sz="1200" dirty="0"/>
        </a:p>
      </dgm:t>
    </dgm:pt>
    <dgm:pt modelId="{E278FDC1-BFA4-4C2D-BC66-B80FE0894403}" type="parTrans" cxnId="{FE26ECB6-7BBC-417F-AC6E-DB453257D4A0}">
      <dgm:prSet/>
      <dgm:spPr/>
      <dgm:t>
        <a:bodyPr/>
        <a:lstStyle/>
        <a:p>
          <a:endParaRPr lang="en-IN" sz="1200"/>
        </a:p>
      </dgm:t>
    </dgm:pt>
    <dgm:pt modelId="{AEBF08B1-9CE3-47C7-B061-21E6BFC29D47}" type="sibTrans" cxnId="{FE26ECB6-7BBC-417F-AC6E-DB453257D4A0}">
      <dgm:prSet/>
      <dgm:spPr/>
      <dgm:t>
        <a:bodyPr/>
        <a:lstStyle/>
        <a:p>
          <a:endParaRPr lang="en-IN"/>
        </a:p>
      </dgm:t>
    </dgm:pt>
    <dgm:pt modelId="{DA383135-F92D-410E-ABB4-DA64AB227840}">
      <dgm:prSet phldrT="[Text]" custT="1"/>
      <dgm:spPr/>
      <dgm:t>
        <a:bodyPr/>
        <a:lstStyle/>
        <a:p>
          <a:r>
            <a:rPr lang="en-US" sz="1200" dirty="0"/>
            <a:t>Train</a:t>
          </a:r>
          <a:endParaRPr lang="en-IN" sz="1200" dirty="0"/>
        </a:p>
      </dgm:t>
    </dgm:pt>
    <dgm:pt modelId="{0FE63638-1375-437C-9312-D845167DE840}" type="parTrans" cxnId="{28BE1F31-B6D2-4D0D-8546-427C7F5C8209}">
      <dgm:prSet/>
      <dgm:spPr/>
      <dgm:t>
        <a:bodyPr/>
        <a:lstStyle/>
        <a:p>
          <a:endParaRPr lang="en-IN" sz="1200"/>
        </a:p>
      </dgm:t>
    </dgm:pt>
    <dgm:pt modelId="{A92BD27C-898E-47B5-A187-56CF5692DF3E}" type="sibTrans" cxnId="{28BE1F31-B6D2-4D0D-8546-427C7F5C8209}">
      <dgm:prSet/>
      <dgm:spPr/>
      <dgm:t>
        <a:bodyPr/>
        <a:lstStyle/>
        <a:p>
          <a:endParaRPr lang="en-IN"/>
        </a:p>
      </dgm:t>
    </dgm:pt>
    <dgm:pt modelId="{099907E9-C7CD-4FE3-A1F4-63B245A20836}">
      <dgm:prSet phldrT="[Text]" custT="1"/>
      <dgm:spPr/>
      <dgm:t>
        <a:bodyPr/>
        <a:lstStyle/>
        <a:p>
          <a:r>
            <a:rPr lang="en-US" sz="1200" dirty="0"/>
            <a:t>README.dataset.txt</a:t>
          </a:r>
          <a:endParaRPr lang="en-IN" sz="1200" dirty="0"/>
        </a:p>
      </dgm:t>
    </dgm:pt>
    <dgm:pt modelId="{1842FF73-1369-4962-8E68-A737C3FA8262}" type="parTrans" cxnId="{DD08F28F-88EF-4904-BA36-DD3CCC9A2360}">
      <dgm:prSet/>
      <dgm:spPr/>
      <dgm:t>
        <a:bodyPr/>
        <a:lstStyle/>
        <a:p>
          <a:endParaRPr lang="en-IN" sz="1200"/>
        </a:p>
      </dgm:t>
    </dgm:pt>
    <dgm:pt modelId="{B9183FBA-9B01-45B1-A991-DACC634B1680}" type="sibTrans" cxnId="{DD08F28F-88EF-4904-BA36-DD3CCC9A2360}">
      <dgm:prSet/>
      <dgm:spPr/>
      <dgm:t>
        <a:bodyPr/>
        <a:lstStyle/>
        <a:p>
          <a:endParaRPr lang="en-IN"/>
        </a:p>
      </dgm:t>
    </dgm:pt>
    <dgm:pt modelId="{A1AB70BA-5F83-44E5-BBB2-F8B0BDC5E463}">
      <dgm:prSet phldrT="[Text]" custT="1"/>
      <dgm:spPr/>
      <dgm:t>
        <a:bodyPr/>
        <a:lstStyle/>
        <a:p>
          <a:r>
            <a:rPr lang="en-US" sz="1200" dirty="0"/>
            <a:t>README.roboflow.txt</a:t>
          </a:r>
          <a:endParaRPr lang="en-IN" sz="1200" dirty="0"/>
        </a:p>
      </dgm:t>
    </dgm:pt>
    <dgm:pt modelId="{4767094B-8FF3-4F0D-8187-BAE59D0CB3A2}" type="parTrans" cxnId="{AFEC505E-CAB3-451B-9F2F-37820835AA20}">
      <dgm:prSet/>
      <dgm:spPr/>
      <dgm:t>
        <a:bodyPr/>
        <a:lstStyle/>
        <a:p>
          <a:endParaRPr lang="en-IN" sz="1200"/>
        </a:p>
      </dgm:t>
    </dgm:pt>
    <dgm:pt modelId="{8274CF7D-77C6-4571-B8A0-68F62EE24D65}" type="sibTrans" cxnId="{AFEC505E-CAB3-451B-9F2F-37820835AA20}">
      <dgm:prSet/>
      <dgm:spPr/>
      <dgm:t>
        <a:bodyPr/>
        <a:lstStyle/>
        <a:p>
          <a:endParaRPr lang="en-IN"/>
        </a:p>
      </dgm:t>
    </dgm:pt>
    <dgm:pt modelId="{07334677-4799-4854-BEBC-111EBD70546B}">
      <dgm:prSet phldrT="[Text]" custT="1"/>
      <dgm:spPr/>
      <dgm:t>
        <a:bodyPr/>
        <a:lstStyle/>
        <a:p>
          <a:r>
            <a:rPr lang="en-US" sz="1200" dirty="0" err="1"/>
            <a:t>data.yaml</a:t>
          </a:r>
          <a:endParaRPr lang="en-IN" sz="1200" dirty="0"/>
        </a:p>
      </dgm:t>
    </dgm:pt>
    <dgm:pt modelId="{8D7F5A5E-8C7C-4D07-A245-33A91BEFA52C}" type="parTrans" cxnId="{8F505609-DF7C-4BAB-98F5-9A4AAFB99F67}">
      <dgm:prSet/>
      <dgm:spPr/>
      <dgm:t>
        <a:bodyPr/>
        <a:lstStyle/>
        <a:p>
          <a:endParaRPr lang="en-IN" sz="1200"/>
        </a:p>
      </dgm:t>
    </dgm:pt>
    <dgm:pt modelId="{AFA76871-02F1-49BF-8D19-412ECEF0DCD5}" type="sibTrans" cxnId="{8F505609-DF7C-4BAB-98F5-9A4AAFB99F67}">
      <dgm:prSet/>
      <dgm:spPr/>
      <dgm:t>
        <a:bodyPr/>
        <a:lstStyle/>
        <a:p>
          <a:endParaRPr lang="en-IN"/>
        </a:p>
      </dgm:t>
    </dgm:pt>
    <dgm:pt modelId="{00C6C8DF-7683-4F02-A1B5-BD08FD6B5AE4}">
      <dgm:prSet phldrT="[Text]" custT="1"/>
      <dgm:spPr/>
      <dgm:t>
        <a:bodyPr/>
        <a:lstStyle/>
        <a:p>
          <a:r>
            <a:rPr lang="en-US" sz="1200" dirty="0"/>
            <a:t>images</a:t>
          </a:r>
          <a:endParaRPr lang="en-IN" sz="1200" dirty="0"/>
        </a:p>
      </dgm:t>
    </dgm:pt>
    <dgm:pt modelId="{3E740470-1F1C-4111-BB06-FC20EC890136}" type="parTrans" cxnId="{654A3FCE-0548-4199-A8D4-51793C4DD9DA}">
      <dgm:prSet/>
      <dgm:spPr/>
      <dgm:t>
        <a:bodyPr/>
        <a:lstStyle/>
        <a:p>
          <a:endParaRPr lang="en-IN" sz="1200"/>
        </a:p>
      </dgm:t>
    </dgm:pt>
    <dgm:pt modelId="{9C7A6262-9C11-4D56-9774-241685195648}" type="sibTrans" cxnId="{654A3FCE-0548-4199-A8D4-51793C4DD9DA}">
      <dgm:prSet/>
      <dgm:spPr/>
      <dgm:t>
        <a:bodyPr/>
        <a:lstStyle/>
        <a:p>
          <a:endParaRPr lang="en-IN"/>
        </a:p>
      </dgm:t>
    </dgm:pt>
    <dgm:pt modelId="{A9DFBB8E-CFF1-43DB-A53F-D6D8E208ECFD}">
      <dgm:prSet phldrT="[Text]" custT="1"/>
      <dgm:spPr/>
      <dgm:t>
        <a:bodyPr/>
        <a:lstStyle/>
        <a:p>
          <a:r>
            <a:rPr lang="en-US" sz="1200" dirty="0"/>
            <a:t>labels</a:t>
          </a:r>
          <a:endParaRPr lang="en-IN" sz="1200" dirty="0"/>
        </a:p>
      </dgm:t>
    </dgm:pt>
    <dgm:pt modelId="{1045A7E7-7C9B-4881-BB74-3BCA19692E7F}" type="parTrans" cxnId="{B4E3CCBF-4F8B-423A-B344-D55F92DD6435}">
      <dgm:prSet/>
      <dgm:spPr/>
      <dgm:t>
        <a:bodyPr/>
        <a:lstStyle/>
        <a:p>
          <a:endParaRPr lang="en-IN" sz="1200"/>
        </a:p>
      </dgm:t>
    </dgm:pt>
    <dgm:pt modelId="{DC3D593D-A736-46C0-AA6C-79C5BA0382B7}" type="sibTrans" cxnId="{B4E3CCBF-4F8B-423A-B344-D55F92DD6435}">
      <dgm:prSet/>
      <dgm:spPr/>
      <dgm:t>
        <a:bodyPr/>
        <a:lstStyle/>
        <a:p>
          <a:endParaRPr lang="en-IN"/>
        </a:p>
      </dgm:t>
    </dgm:pt>
    <dgm:pt modelId="{C0D6EBD9-1D8B-4046-BD20-CD5BC8E4A143}">
      <dgm:prSet phldrT="[Text]" custT="1"/>
      <dgm:spPr/>
      <dgm:t>
        <a:bodyPr/>
        <a:lstStyle/>
        <a:p>
          <a:r>
            <a:rPr lang="en-US" sz="1200" dirty="0"/>
            <a:t>images</a:t>
          </a:r>
          <a:endParaRPr lang="en-IN" sz="1200" dirty="0"/>
        </a:p>
      </dgm:t>
    </dgm:pt>
    <dgm:pt modelId="{BB4D3A7A-68CD-4329-8E88-F71A05F14FB5}" type="parTrans" cxnId="{AEA9960E-D12A-46A5-A451-9F87E18AA4E4}">
      <dgm:prSet/>
      <dgm:spPr/>
      <dgm:t>
        <a:bodyPr/>
        <a:lstStyle/>
        <a:p>
          <a:endParaRPr lang="en-IN" sz="1200"/>
        </a:p>
      </dgm:t>
    </dgm:pt>
    <dgm:pt modelId="{5BE16358-3535-429F-AE2B-DC26D119F5A0}" type="sibTrans" cxnId="{AEA9960E-D12A-46A5-A451-9F87E18AA4E4}">
      <dgm:prSet/>
      <dgm:spPr/>
      <dgm:t>
        <a:bodyPr/>
        <a:lstStyle/>
        <a:p>
          <a:endParaRPr lang="en-IN"/>
        </a:p>
      </dgm:t>
    </dgm:pt>
    <dgm:pt modelId="{29AAE703-03F5-47E8-A593-5B1C0D9D8169}">
      <dgm:prSet phldrT="[Text]" custT="1"/>
      <dgm:spPr/>
      <dgm:t>
        <a:bodyPr/>
        <a:lstStyle/>
        <a:p>
          <a:r>
            <a:rPr lang="en-US" sz="1200" dirty="0"/>
            <a:t>labels</a:t>
          </a:r>
          <a:endParaRPr lang="en-IN" sz="1200" dirty="0"/>
        </a:p>
      </dgm:t>
    </dgm:pt>
    <dgm:pt modelId="{90027B76-2EF3-48C6-B6CC-1A8A262C1F87}" type="parTrans" cxnId="{25AC48B9-D27B-4356-A025-82D35B5D48E6}">
      <dgm:prSet/>
      <dgm:spPr/>
      <dgm:t>
        <a:bodyPr/>
        <a:lstStyle/>
        <a:p>
          <a:endParaRPr lang="en-IN" sz="1200"/>
        </a:p>
      </dgm:t>
    </dgm:pt>
    <dgm:pt modelId="{D11F2827-7592-42D3-B104-6D246D6F2917}" type="sibTrans" cxnId="{25AC48B9-D27B-4356-A025-82D35B5D48E6}">
      <dgm:prSet/>
      <dgm:spPr/>
      <dgm:t>
        <a:bodyPr/>
        <a:lstStyle/>
        <a:p>
          <a:endParaRPr lang="en-IN"/>
        </a:p>
      </dgm:t>
    </dgm:pt>
    <dgm:pt modelId="{DEE88715-1E62-4097-BC10-959A8FEBBCD0}">
      <dgm:prSet phldrT="[Text]" custT="1"/>
      <dgm:spPr/>
      <dgm:t>
        <a:bodyPr/>
        <a:lstStyle/>
        <a:p>
          <a:r>
            <a:rPr lang="en-US" sz="1200" dirty="0" err="1"/>
            <a:t>labels.cache</a:t>
          </a:r>
          <a:endParaRPr lang="en-IN" sz="1200" dirty="0"/>
        </a:p>
      </dgm:t>
    </dgm:pt>
    <dgm:pt modelId="{83200D60-E261-4792-82FC-FE7DFF65E90D}" type="parTrans" cxnId="{960DCB12-849C-4420-8578-9F4BC1967C2C}">
      <dgm:prSet/>
      <dgm:spPr/>
      <dgm:t>
        <a:bodyPr/>
        <a:lstStyle/>
        <a:p>
          <a:endParaRPr lang="en-IN" sz="1200"/>
        </a:p>
      </dgm:t>
    </dgm:pt>
    <dgm:pt modelId="{9E313EE9-B9D3-4013-A27B-4C405C5EFA19}" type="sibTrans" cxnId="{960DCB12-849C-4420-8578-9F4BC1967C2C}">
      <dgm:prSet/>
      <dgm:spPr/>
      <dgm:t>
        <a:bodyPr/>
        <a:lstStyle/>
        <a:p>
          <a:endParaRPr lang="en-IN"/>
        </a:p>
      </dgm:t>
    </dgm:pt>
    <dgm:pt modelId="{6F1A6F28-AE9C-457B-9B38-0858CE5F3BB0}">
      <dgm:prSet phldrT="[Text]" custT="1"/>
      <dgm:spPr/>
      <dgm:t>
        <a:bodyPr/>
        <a:lstStyle/>
        <a:p>
          <a:r>
            <a:rPr lang="en-US" sz="1200" dirty="0"/>
            <a:t>images</a:t>
          </a:r>
          <a:endParaRPr lang="en-IN" sz="1200" dirty="0"/>
        </a:p>
      </dgm:t>
    </dgm:pt>
    <dgm:pt modelId="{28134BA0-6F19-4C30-A81E-0EC4D78F3888}" type="parTrans" cxnId="{E73F6DFD-9077-434C-B17C-84CD41EF6FF4}">
      <dgm:prSet/>
      <dgm:spPr/>
      <dgm:t>
        <a:bodyPr/>
        <a:lstStyle/>
        <a:p>
          <a:endParaRPr lang="en-IN" sz="1200"/>
        </a:p>
      </dgm:t>
    </dgm:pt>
    <dgm:pt modelId="{A31D1605-8138-47BA-961B-79E857D05AA0}" type="sibTrans" cxnId="{E73F6DFD-9077-434C-B17C-84CD41EF6FF4}">
      <dgm:prSet/>
      <dgm:spPr/>
      <dgm:t>
        <a:bodyPr/>
        <a:lstStyle/>
        <a:p>
          <a:endParaRPr lang="en-IN"/>
        </a:p>
      </dgm:t>
    </dgm:pt>
    <dgm:pt modelId="{34AC8F08-059B-413F-9634-EAC4263F1D17}">
      <dgm:prSet phldrT="[Text]" custT="1"/>
      <dgm:spPr/>
      <dgm:t>
        <a:bodyPr/>
        <a:lstStyle/>
        <a:p>
          <a:r>
            <a:rPr lang="en-US" sz="1200" dirty="0"/>
            <a:t>labels</a:t>
          </a:r>
          <a:endParaRPr lang="en-IN" sz="1200" dirty="0"/>
        </a:p>
      </dgm:t>
    </dgm:pt>
    <dgm:pt modelId="{7BF63EEC-1BC6-4538-A708-7489CFA92730}" type="parTrans" cxnId="{1A551521-ABE0-4195-B6FC-612723237F50}">
      <dgm:prSet/>
      <dgm:spPr/>
      <dgm:t>
        <a:bodyPr/>
        <a:lstStyle/>
        <a:p>
          <a:endParaRPr lang="en-IN" sz="1200"/>
        </a:p>
      </dgm:t>
    </dgm:pt>
    <dgm:pt modelId="{74A73E60-C27F-425C-BAF0-B52C173D9DD5}" type="sibTrans" cxnId="{1A551521-ABE0-4195-B6FC-612723237F50}">
      <dgm:prSet/>
      <dgm:spPr/>
      <dgm:t>
        <a:bodyPr/>
        <a:lstStyle/>
        <a:p>
          <a:endParaRPr lang="en-IN"/>
        </a:p>
      </dgm:t>
    </dgm:pt>
    <dgm:pt modelId="{76BF9985-6394-493E-8B93-4BCB347052E3}">
      <dgm:prSet phldrT="[Text]" custT="1"/>
      <dgm:spPr/>
      <dgm:t>
        <a:bodyPr/>
        <a:lstStyle/>
        <a:p>
          <a:r>
            <a:rPr lang="en-US" sz="1200" dirty="0" err="1"/>
            <a:t>labels.cache</a:t>
          </a:r>
          <a:endParaRPr lang="en-IN" sz="1200" dirty="0"/>
        </a:p>
      </dgm:t>
    </dgm:pt>
    <dgm:pt modelId="{6EAF572D-189D-41A6-A86C-6CB8C86A1C7F}" type="parTrans" cxnId="{E6A6E493-9A36-4F7B-87E3-B17699C7D038}">
      <dgm:prSet/>
      <dgm:spPr/>
      <dgm:t>
        <a:bodyPr/>
        <a:lstStyle/>
        <a:p>
          <a:endParaRPr lang="en-IN" sz="1200"/>
        </a:p>
      </dgm:t>
    </dgm:pt>
    <dgm:pt modelId="{73CCD1AF-BE33-4582-92A3-6A5A2D5AFCD0}" type="sibTrans" cxnId="{E6A6E493-9A36-4F7B-87E3-B17699C7D038}">
      <dgm:prSet/>
      <dgm:spPr/>
      <dgm:t>
        <a:bodyPr/>
        <a:lstStyle/>
        <a:p>
          <a:endParaRPr lang="en-IN"/>
        </a:p>
      </dgm:t>
    </dgm:pt>
    <dgm:pt modelId="{D3FBB81B-7A42-4859-B4FE-78F5366157E4}" type="pres">
      <dgm:prSet presAssocID="{3468C26D-577A-4609-914E-559849B7216F}" presName="hierChild1" presStyleCnt="0">
        <dgm:presLayoutVars>
          <dgm:orgChart val="1"/>
          <dgm:chPref val="1"/>
          <dgm:dir/>
          <dgm:animOne val="branch"/>
          <dgm:animLvl val="lvl"/>
          <dgm:resizeHandles/>
        </dgm:presLayoutVars>
      </dgm:prSet>
      <dgm:spPr/>
    </dgm:pt>
    <dgm:pt modelId="{C3161646-277C-458C-8652-2E0943DDDF4D}" type="pres">
      <dgm:prSet presAssocID="{16939AD5-A7C9-4201-BA75-3378326A5C29}" presName="hierRoot1" presStyleCnt="0">
        <dgm:presLayoutVars>
          <dgm:hierBranch val="init"/>
        </dgm:presLayoutVars>
      </dgm:prSet>
      <dgm:spPr/>
    </dgm:pt>
    <dgm:pt modelId="{D14A6B99-BACA-473E-B443-4FBC85EBE623}" type="pres">
      <dgm:prSet presAssocID="{16939AD5-A7C9-4201-BA75-3378326A5C29}" presName="rootComposite1" presStyleCnt="0"/>
      <dgm:spPr/>
    </dgm:pt>
    <dgm:pt modelId="{228E0EF4-744F-47B4-9D7F-C16750096194}" type="pres">
      <dgm:prSet presAssocID="{16939AD5-A7C9-4201-BA75-3378326A5C29}" presName="rootText1" presStyleLbl="node0" presStyleIdx="0" presStyleCnt="1">
        <dgm:presLayoutVars>
          <dgm:chPref val="3"/>
        </dgm:presLayoutVars>
      </dgm:prSet>
      <dgm:spPr/>
    </dgm:pt>
    <dgm:pt modelId="{98DDFC27-FD51-4F78-9045-46DD886A7CD4}" type="pres">
      <dgm:prSet presAssocID="{16939AD5-A7C9-4201-BA75-3378326A5C29}" presName="rootConnector1" presStyleLbl="node1" presStyleIdx="0" presStyleCnt="0"/>
      <dgm:spPr/>
    </dgm:pt>
    <dgm:pt modelId="{619AEA7A-9C83-41EE-86D4-AE5F7BE85599}" type="pres">
      <dgm:prSet presAssocID="{16939AD5-A7C9-4201-BA75-3378326A5C29}" presName="hierChild2" presStyleCnt="0"/>
      <dgm:spPr/>
    </dgm:pt>
    <dgm:pt modelId="{A0390147-1773-4F27-A2D1-1210FD782F22}" type="pres">
      <dgm:prSet presAssocID="{02394E82-2885-4E0D-A22C-A1962A64BE81}" presName="Name37" presStyleLbl="parChTrans1D2" presStyleIdx="0" presStyleCnt="1"/>
      <dgm:spPr/>
    </dgm:pt>
    <dgm:pt modelId="{64D991E4-34D1-4F2B-80C5-6D28ED1D6E6A}" type="pres">
      <dgm:prSet presAssocID="{72FC1C62-1B31-43E2-BFDD-AE33D1198F46}" presName="hierRoot2" presStyleCnt="0">
        <dgm:presLayoutVars>
          <dgm:hierBranch val="init"/>
        </dgm:presLayoutVars>
      </dgm:prSet>
      <dgm:spPr/>
    </dgm:pt>
    <dgm:pt modelId="{A04BE2BC-92F8-4A7B-826A-A1C762DF14A7}" type="pres">
      <dgm:prSet presAssocID="{72FC1C62-1B31-43E2-BFDD-AE33D1198F46}" presName="rootComposite" presStyleCnt="0"/>
      <dgm:spPr/>
    </dgm:pt>
    <dgm:pt modelId="{D53A6BD1-AC63-4776-B7FB-8BF7E6069853}" type="pres">
      <dgm:prSet presAssocID="{72FC1C62-1B31-43E2-BFDD-AE33D1198F46}" presName="rootText" presStyleLbl="node2" presStyleIdx="0" presStyleCnt="1">
        <dgm:presLayoutVars>
          <dgm:chPref val="3"/>
        </dgm:presLayoutVars>
      </dgm:prSet>
      <dgm:spPr/>
    </dgm:pt>
    <dgm:pt modelId="{BB82477A-208B-4234-8E90-2B9B649B4993}" type="pres">
      <dgm:prSet presAssocID="{72FC1C62-1B31-43E2-BFDD-AE33D1198F46}" presName="rootConnector" presStyleLbl="node2" presStyleIdx="0" presStyleCnt="1"/>
      <dgm:spPr/>
    </dgm:pt>
    <dgm:pt modelId="{CA841907-3E2B-4B01-BE32-D35569AFDF7B}" type="pres">
      <dgm:prSet presAssocID="{72FC1C62-1B31-43E2-BFDD-AE33D1198F46}" presName="hierChild4" presStyleCnt="0"/>
      <dgm:spPr/>
    </dgm:pt>
    <dgm:pt modelId="{882C0D6F-CB92-48C0-9AF6-C84D9D0858C7}" type="pres">
      <dgm:prSet presAssocID="{11602E45-C664-47C8-80A0-ABD4108E44E8}" presName="Name37" presStyleLbl="parChTrans1D3" presStyleIdx="0" presStyleCnt="1"/>
      <dgm:spPr/>
    </dgm:pt>
    <dgm:pt modelId="{E57CA317-5D2E-44E7-85DE-6779BE452872}" type="pres">
      <dgm:prSet presAssocID="{D20F7B05-D3D3-4CDB-BDA6-9931AC82085F}" presName="hierRoot2" presStyleCnt="0">
        <dgm:presLayoutVars>
          <dgm:hierBranch val="init"/>
        </dgm:presLayoutVars>
      </dgm:prSet>
      <dgm:spPr/>
    </dgm:pt>
    <dgm:pt modelId="{35DEBB14-7122-4CBB-91E3-1A86ED16AE33}" type="pres">
      <dgm:prSet presAssocID="{D20F7B05-D3D3-4CDB-BDA6-9931AC82085F}" presName="rootComposite" presStyleCnt="0"/>
      <dgm:spPr/>
    </dgm:pt>
    <dgm:pt modelId="{893F05B1-DFB9-41FA-A1F9-25C18ABAD877}" type="pres">
      <dgm:prSet presAssocID="{D20F7B05-D3D3-4CDB-BDA6-9931AC82085F}" presName="rootText" presStyleLbl="node3" presStyleIdx="0" presStyleCnt="1">
        <dgm:presLayoutVars>
          <dgm:chPref val="3"/>
        </dgm:presLayoutVars>
      </dgm:prSet>
      <dgm:spPr/>
    </dgm:pt>
    <dgm:pt modelId="{710E4F18-A54B-480A-AFB3-D8DC73553DD7}" type="pres">
      <dgm:prSet presAssocID="{D20F7B05-D3D3-4CDB-BDA6-9931AC82085F}" presName="rootConnector" presStyleLbl="node3" presStyleIdx="0" presStyleCnt="1"/>
      <dgm:spPr/>
    </dgm:pt>
    <dgm:pt modelId="{B97EF406-1247-4C64-8C0F-55349B6F4F6C}" type="pres">
      <dgm:prSet presAssocID="{D20F7B05-D3D3-4CDB-BDA6-9931AC82085F}" presName="hierChild4" presStyleCnt="0"/>
      <dgm:spPr/>
    </dgm:pt>
    <dgm:pt modelId="{C3903AF0-0FDE-4DA1-9C11-53A2C50BBB29}" type="pres">
      <dgm:prSet presAssocID="{E278FDC1-BFA4-4C2D-BC66-B80FE0894403}" presName="Name37" presStyleLbl="parChTrans1D4" presStyleIdx="0" presStyleCnt="14"/>
      <dgm:spPr/>
    </dgm:pt>
    <dgm:pt modelId="{DC8D1F74-6BEC-4A83-8AEA-176A61C2AA04}" type="pres">
      <dgm:prSet presAssocID="{E288896D-1DAC-4761-B0F3-5A0463D968DD}" presName="hierRoot2" presStyleCnt="0">
        <dgm:presLayoutVars>
          <dgm:hierBranch val="init"/>
        </dgm:presLayoutVars>
      </dgm:prSet>
      <dgm:spPr/>
    </dgm:pt>
    <dgm:pt modelId="{2ABD486D-D53D-46D9-AE54-89D12BDBE189}" type="pres">
      <dgm:prSet presAssocID="{E288896D-1DAC-4761-B0F3-5A0463D968DD}" presName="rootComposite" presStyleCnt="0"/>
      <dgm:spPr/>
    </dgm:pt>
    <dgm:pt modelId="{A9C191CF-6AA9-4B37-86ED-ED5270BAAF1A}" type="pres">
      <dgm:prSet presAssocID="{E288896D-1DAC-4761-B0F3-5A0463D968DD}" presName="rootText" presStyleLbl="node4" presStyleIdx="0" presStyleCnt="14">
        <dgm:presLayoutVars>
          <dgm:chPref val="3"/>
        </dgm:presLayoutVars>
      </dgm:prSet>
      <dgm:spPr/>
    </dgm:pt>
    <dgm:pt modelId="{CCE762F2-5294-4204-AD2E-DC02CAE14412}" type="pres">
      <dgm:prSet presAssocID="{E288896D-1DAC-4761-B0F3-5A0463D968DD}" presName="rootConnector" presStyleLbl="node4" presStyleIdx="0" presStyleCnt="14"/>
      <dgm:spPr/>
    </dgm:pt>
    <dgm:pt modelId="{EE7956B9-3F0C-41E3-8F4E-0A0E602550D7}" type="pres">
      <dgm:prSet presAssocID="{E288896D-1DAC-4761-B0F3-5A0463D968DD}" presName="hierChild4" presStyleCnt="0"/>
      <dgm:spPr/>
    </dgm:pt>
    <dgm:pt modelId="{3CD6D386-E24F-4EFE-B368-D2FC0AA17B39}" type="pres">
      <dgm:prSet presAssocID="{3E740470-1F1C-4111-BB06-FC20EC890136}" presName="Name37" presStyleLbl="parChTrans1D4" presStyleIdx="1" presStyleCnt="14"/>
      <dgm:spPr/>
    </dgm:pt>
    <dgm:pt modelId="{93FCB159-CC7B-4E41-9E1D-89025554E44E}" type="pres">
      <dgm:prSet presAssocID="{00C6C8DF-7683-4F02-A1B5-BD08FD6B5AE4}" presName="hierRoot2" presStyleCnt="0">
        <dgm:presLayoutVars>
          <dgm:hierBranch val="init"/>
        </dgm:presLayoutVars>
      </dgm:prSet>
      <dgm:spPr/>
    </dgm:pt>
    <dgm:pt modelId="{455C9B59-E60D-48EF-B0E7-53171D3D879D}" type="pres">
      <dgm:prSet presAssocID="{00C6C8DF-7683-4F02-A1B5-BD08FD6B5AE4}" presName="rootComposite" presStyleCnt="0"/>
      <dgm:spPr/>
    </dgm:pt>
    <dgm:pt modelId="{F4A16579-BA0E-4FC8-B792-B9CFB4FEAB96}" type="pres">
      <dgm:prSet presAssocID="{00C6C8DF-7683-4F02-A1B5-BD08FD6B5AE4}" presName="rootText" presStyleLbl="node4" presStyleIdx="1" presStyleCnt="14">
        <dgm:presLayoutVars>
          <dgm:chPref val="3"/>
        </dgm:presLayoutVars>
      </dgm:prSet>
      <dgm:spPr/>
    </dgm:pt>
    <dgm:pt modelId="{A59FF832-A982-431E-BF09-1C1B0261234F}" type="pres">
      <dgm:prSet presAssocID="{00C6C8DF-7683-4F02-A1B5-BD08FD6B5AE4}" presName="rootConnector" presStyleLbl="node4" presStyleIdx="1" presStyleCnt="14"/>
      <dgm:spPr/>
    </dgm:pt>
    <dgm:pt modelId="{21373A13-09D2-40A2-83F8-0C3BD1DC8ADA}" type="pres">
      <dgm:prSet presAssocID="{00C6C8DF-7683-4F02-A1B5-BD08FD6B5AE4}" presName="hierChild4" presStyleCnt="0"/>
      <dgm:spPr/>
    </dgm:pt>
    <dgm:pt modelId="{A5054025-9E48-4B4F-ABBE-0E432D564D4E}" type="pres">
      <dgm:prSet presAssocID="{00C6C8DF-7683-4F02-A1B5-BD08FD6B5AE4}" presName="hierChild5" presStyleCnt="0"/>
      <dgm:spPr/>
    </dgm:pt>
    <dgm:pt modelId="{E9EA9EAA-9735-40D3-8B02-BAE989EF08E6}" type="pres">
      <dgm:prSet presAssocID="{1045A7E7-7C9B-4881-BB74-3BCA19692E7F}" presName="Name37" presStyleLbl="parChTrans1D4" presStyleIdx="2" presStyleCnt="14"/>
      <dgm:spPr/>
    </dgm:pt>
    <dgm:pt modelId="{084A864F-F68A-4480-8688-0F02338B3CDC}" type="pres">
      <dgm:prSet presAssocID="{A9DFBB8E-CFF1-43DB-A53F-D6D8E208ECFD}" presName="hierRoot2" presStyleCnt="0">
        <dgm:presLayoutVars>
          <dgm:hierBranch val="init"/>
        </dgm:presLayoutVars>
      </dgm:prSet>
      <dgm:spPr/>
    </dgm:pt>
    <dgm:pt modelId="{F36AB74C-8F6A-41AC-9D6F-C6AB57C393FF}" type="pres">
      <dgm:prSet presAssocID="{A9DFBB8E-CFF1-43DB-A53F-D6D8E208ECFD}" presName="rootComposite" presStyleCnt="0"/>
      <dgm:spPr/>
    </dgm:pt>
    <dgm:pt modelId="{53381643-0092-4D91-9F61-B858FC056129}" type="pres">
      <dgm:prSet presAssocID="{A9DFBB8E-CFF1-43DB-A53F-D6D8E208ECFD}" presName="rootText" presStyleLbl="node4" presStyleIdx="2" presStyleCnt="14">
        <dgm:presLayoutVars>
          <dgm:chPref val="3"/>
        </dgm:presLayoutVars>
      </dgm:prSet>
      <dgm:spPr/>
    </dgm:pt>
    <dgm:pt modelId="{7D75F393-2817-4609-B6DF-6886BFE52137}" type="pres">
      <dgm:prSet presAssocID="{A9DFBB8E-CFF1-43DB-A53F-D6D8E208ECFD}" presName="rootConnector" presStyleLbl="node4" presStyleIdx="2" presStyleCnt="14"/>
      <dgm:spPr/>
    </dgm:pt>
    <dgm:pt modelId="{81F99AF5-6315-44E2-A26C-70BE32F338FB}" type="pres">
      <dgm:prSet presAssocID="{A9DFBB8E-CFF1-43DB-A53F-D6D8E208ECFD}" presName="hierChild4" presStyleCnt="0"/>
      <dgm:spPr/>
    </dgm:pt>
    <dgm:pt modelId="{1CC881CC-0C43-4DCA-8149-9A3143C1A146}" type="pres">
      <dgm:prSet presAssocID="{A9DFBB8E-CFF1-43DB-A53F-D6D8E208ECFD}" presName="hierChild5" presStyleCnt="0"/>
      <dgm:spPr/>
    </dgm:pt>
    <dgm:pt modelId="{9FC0980D-4185-43FB-82F4-C86AFD2DEE26}" type="pres">
      <dgm:prSet presAssocID="{E288896D-1DAC-4761-B0F3-5A0463D968DD}" presName="hierChild5" presStyleCnt="0"/>
      <dgm:spPr/>
    </dgm:pt>
    <dgm:pt modelId="{0BB463F2-3360-4696-B61B-2107C30D4B33}" type="pres">
      <dgm:prSet presAssocID="{0FE63638-1375-437C-9312-D845167DE840}" presName="Name37" presStyleLbl="parChTrans1D4" presStyleIdx="3" presStyleCnt="14"/>
      <dgm:spPr/>
    </dgm:pt>
    <dgm:pt modelId="{D67CE15A-F5CC-4C24-8D28-FAF0DFBDC821}" type="pres">
      <dgm:prSet presAssocID="{DA383135-F92D-410E-ABB4-DA64AB227840}" presName="hierRoot2" presStyleCnt="0">
        <dgm:presLayoutVars>
          <dgm:hierBranch val="init"/>
        </dgm:presLayoutVars>
      </dgm:prSet>
      <dgm:spPr/>
    </dgm:pt>
    <dgm:pt modelId="{E7CE6977-3466-458A-BFE9-36F95026DFFD}" type="pres">
      <dgm:prSet presAssocID="{DA383135-F92D-410E-ABB4-DA64AB227840}" presName="rootComposite" presStyleCnt="0"/>
      <dgm:spPr/>
    </dgm:pt>
    <dgm:pt modelId="{5D53ACB1-5DA1-4DC6-9436-3B16C853AFBD}" type="pres">
      <dgm:prSet presAssocID="{DA383135-F92D-410E-ABB4-DA64AB227840}" presName="rootText" presStyleLbl="node4" presStyleIdx="3" presStyleCnt="14">
        <dgm:presLayoutVars>
          <dgm:chPref val="3"/>
        </dgm:presLayoutVars>
      </dgm:prSet>
      <dgm:spPr/>
    </dgm:pt>
    <dgm:pt modelId="{3F761200-6ECA-4E23-A876-3983D7639690}" type="pres">
      <dgm:prSet presAssocID="{DA383135-F92D-410E-ABB4-DA64AB227840}" presName="rootConnector" presStyleLbl="node4" presStyleIdx="3" presStyleCnt="14"/>
      <dgm:spPr/>
    </dgm:pt>
    <dgm:pt modelId="{7D0257A9-4EC3-4214-907D-DEF6BFB8A155}" type="pres">
      <dgm:prSet presAssocID="{DA383135-F92D-410E-ABB4-DA64AB227840}" presName="hierChild4" presStyleCnt="0"/>
      <dgm:spPr/>
    </dgm:pt>
    <dgm:pt modelId="{A297315A-AD7E-49CE-8A12-F1B3EF43CC54}" type="pres">
      <dgm:prSet presAssocID="{BB4D3A7A-68CD-4329-8E88-F71A05F14FB5}" presName="Name37" presStyleLbl="parChTrans1D4" presStyleIdx="4" presStyleCnt="14"/>
      <dgm:spPr/>
    </dgm:pt>
    <dgm:pt modelId="{DC3A83ED-F871-4B8D-AED7-8D24E1B9DFAA}" type="pres">
      <dgm:prSet presAssocID="{C0D6EBD9-1D8B-4046-BD20-CD5BC8E4A143}" presName="hierRoot2" presStyleCnt="0">
        <dgm:presLayoutVars>
          <dgm:hierBranch val="init"/>
        </dgm:presLayoutVars>
      </dgm:prSet>
      <dgm:spPr/>
    </dgm:pt>
    <dgm:pt modelId="{6B5A26B6-F4C0-43F9-A91E-2656D9032D50}" type="pres">
      <dgm:prSet presAssocID="{C0D6EBD9-1D8B-4046-BD20-CD5BC8E4A143}" presName="rootComposite" presStyleCnt="0"/>
      <dgm:spPr/>
    </dgm:pt>
    <dgm:pt modelId="{5BBC8D6A-5189-4E54-BC4E-9F934964259F}" type="pres">
      <dgm:prSet presAssocID="{C0D6EBD9-1D8B-4046-BD20-CD5BC8E4A143}" presName="rootText" presStyleLbl="node4" presStyleIdx="4" presStyleCnt="14">
        <dgm:presLayoutVars>
          <dgm:chPref val="3"/>
        </dgm:presLayoutVars>
      </dgm:prSet>
      <dgm:spPr/>
    </dgm:pt>
    <dgm:pt modelId="{5D2F7035-A1A5-4D41-9B6A-9548CF67E4E3}" type="pres">
      <dgm:prSet presAssocID="{C0D6EBD9-1D8B-4046-BD20-CD5BC8E4A143}" presName="rootConnector" presStyleLbl="node4" presStyleIdx="4" presStyleCnt="14"/>
      <dgm:spPr/>
    </dgm:pt>
    <dgm:pt modelId="{41BCEB1A-FA5E-469D-AD6B-2CDF889CDA45}" type="pres">
      <dgm:prSet presAssocID="{C0D6EBD9-1D8B-4046-BD20-CD5BC8E4A143}" presName="hierChild4" presStyleCnt="0"/>
      <dgm:spPr/>
    </dgm:pt>
    <dgm:pt modelId="{B0A8169D-FF46-47AC-8795-134163AE3309}" type="pres">
      <dgm:prSet presAssocID="{C0D6EBD9-1D8B-4046-BD20-CD5BC8E4A143}" presName="hierChild5" presStyleCnt="0"/>
      <dgm:spPr/>
    </dgm:pt>
    <dgm:pt modelId="{84CFE70B-632B-402B-9D55-F3FDDA250CB5}" type="pres">
      <dgm:prSet presAssocID="{90027B76-2EF3-48C6-B6CC-1A8A262C1F87}" presName="Name37" presStyleLbl="parChTrans1D4" presStyleIdx="5" presStyleCnt="14"/>
      <dgm:spPr/>
    </dgm:pt>
    <dgm:pt modelId="{D3DF3EF8-B9FF-403B-B512-4C41EC1C3B44}" type="pres">
      <dgm:prSet presAssocID="{29AAE703-03F5-47E8-A593-5B1C0D9D8169}" presName="hierRoot2" presStyleCnt="0">
        <dgm:presLayoutVars>
          <dgm:hierBranch val="init"/>
        </dgm:presLayoutVars>
      </dgm:prSet>
      <dgm:spPr/>
    </dgm:pt>
    <dgm:pt modelId="{4174A2AD-B362-446C-9CEC-A2A517C2D718}" type="pres">
      <dgm:prSet presAssocID="{29AAE703-03F5-47E8-A593-5B1C0D9D8169}" presName="rootComposite" presStyleCnt="0"/>
      <dgm:spPr/>
    </dgm:pt>
    <dgm:pt modelId="{00094EE3-9518-472B-9F1F-C6BB8A1B3715}" type="pres">
      <dgm:prSet presAssocID="{29AAE703-03F5-47E8-A593-5B1C0D9D8169}" presName="rootText" presStyleLbl="node4" presStyleIdx="5" presStyleCnt="14">
        <dgm:presLayoutVars>
          <dgm:chPref val="3"/>
        </dgm:presLayoutVars>
      </dgm:prSet>
      <dgm:spPr/>
    </dgm:pt>
    <dgm:pt modelId="{32D51117-97CA-4D8E-AEBE-50AA6AD863DF}" type="pres">
      <dgm:prSet presAssocID="{29AAE703-03F5-47E8-A593-5B1C0D9D8169}" presName="rootConnector" presStyleLbl="node4" presStyleIdx="5" presStyleCnt="14"/>
      <dgm:spPr/>
    </dgm:pt>
    <dgm:pt modelId="{138E55B8-D2BD-457F-8D74-E7A0979B19D8}" type="pres">
      <dgm:prSet presAssocID="{29AAE703-03F5-47E8-A593-5B1C0D9D8169}" presName="hierChild4" presStyleCnt="0"/>
      <dgm:spPr/>
    </dgm:pt>
    <dgm:pt modelId="{3EAB4CB2-FA19-47C4-9752-34BE5DB47C61}" type="pres">
      <dgm:prSet presAssocID="{29AAE703-03F5-47E8-A593-5B1C0D9D8169}" presName="hierChild5" presStyleCnt="0"/>
      <dgm:spPr/>
    </dgm:pt>
    <dgm:pt modelId="{A8836394-CDFA-45E2-84BA-04B7E6FB287D}" type="pres">
      <dgm:prSet presAssocID="{83200D60-E261-4792-82FC-FE7DFF65E90D}" presName="Name37" presStyleLbl="parChTrans1D4" presStyleIdx="6" presStyleCnt="14"/>
      <dgm:spPr/>
    </dgm:pt>
    <dgm:pt modelId="{788559B0-9097-4005-841D-37FAB0C74678}" type="pres">
      <dgm:prSet presAssocID="{DEE88715-1E62-4097-BC10-959A8FEBBCD0}" presName="hierRoot2" presStyleCnt="0">
        <dgm:presLayoutVars>
          <dgm:hierBranch val="init"/>
        </dgm:presLayoutVars>
      </dgm:prSet>
      <dgm:spPr/>
    </dgm:pt>
    <dgm:pt modelId="{9FD8D7C1-AFDA-4199-A323-89CED017EEF3}" type="pres">
      <dgm:prSet presAssocID="{DEE88715-1E62-4097-BC10-959A8FEBBCD0}" presName="rootComposite" presStyleCnt="0"/>
      <dgm:spPr/>
    </dgm:pt>
    <dgm:pt modelId="{F8DFAA57-91CE-4825-8353-89302DB67498}" type="pres">
      <dgm:prSet presAssocID="{DEE88715-1E62-4097-BC10-959A8FEBBCD0}" presName="rootText" presStyleLbl="node4" presStyleIdx="6" presStyleCnt="14">
        <dgm:presLayoutVars>
          <dgm:chPref val="3"/>
        </dgm:presLayoutVars>
      </dgm:prSet>
      <dgm:spPr/>
    </dgm:pt>
    <dgm:pt modelId="{7A915B0C-9B83-4069-A67B-3D3DFCA15B31}" type="pres">
      <dgm:prSet presAssocID="{DEE88715-1E62-4097-BC10-959A8FEBBCD0}" presName="rootConnector" presStyleLbl="node4" presStyleIdx="6" presStyleCnt="14"/>
      <dgm:spPr/>
    </dgm:pt>
    <dgm:pt modelId="{B1272C14-9F4A-49B2-AD6D-0B1E7DBCE868}" type="pres">
      <dgm:prSet presAssocID="{DEE88715-1E62-4097-BC10-959A8FEBBCD0}" presName="hierChild4" presStyleCnt="0"/>
      <dgm:spPr/>
    </dgm:pt>
    <dgm:pt modelId="{96CE0370-7821-4185-980A-EBE340EEF667}" type="pres">
      <dgm:prSet presAssocID="{DEE88715-1E62-4097-BC10-959A8FEBBCD0}" presName="hierChild5" presStyleCnt="0"/>
      <dgm:spPr/>
    </dgm:pt>
    <dgm:pt modelId="{2A60D470-A908-43C6-A84C-D6CA31E63C4F}" type="pres">
      <dgm:prSet presAssocID="{DA383135-F92D-410E-ABB4-DA64AB227840}" presName="hierChild5" presStyleCnt="0"/>
      <dgm:spPr/>
    </dgm:pt>
    <dgm:pt modelId="{1EFC1431-A976-4E51-974D-7CA1B75B3245}" type="pres">
      <dgm:prSet presAssocID="{B6E8FE68-69E6-4587-AE24-F265D9363B82}" presName="Name37" presStyleLbl="parChTrans1D4" presStyleIdx="7" presStyleCnt="14"/>
      <dgm:spPr/>
    </dgm:pt>
    <dgm:pt modelId="{F22244AD-9AC7-434C-9287-854D13CBF28C}" type="pres">
      <dgm:prSet presAssocID="{2B2ADDAB-5BD6-404A-BC91-0AD1F31BF16C}" presName="hierRoot2" presStyleCnt="0">
        <dgm:presLayoutVars>
          <dgm:hierBranch val="init"/>
        </dgm:presLayoutVars>
      </dgm:prSet>
      <dgm:spPr/>
    </dgm:pt>
    <dgm:pt modelId="{0FAD0946-DC15-4FF4-BE5A-721136F0D0F5}" type="pres">
      <dgm:prSet presAssocID="{2B2ADDAB-5BD6-404A-BC91-0AD1F31BF16C}" presName="rootComposite" presStyleCnt="0"/>
      <dgm:spPr/>
    </dgm:pt>
    <dgm:pt modelId="{60E29F7B-2C9B-44D5-A986-513D6ED2D128}" type="pres">
      <dgm:prSet presAssocID="{2B2ADDAB-5BD6-404A-BC91-0AD1F31BF16C}" presName="rootText" presStyleLbl="node4" presStyleIdx="7" presStyleCnt="14">
        <dgm:presLayoutVars>
          <dgm:chPref val="3"/>
        </dgm:presLayoutVars>
      </dgm:prSet>
      <dgm:spPr/>
    </dgm:pt>
    <dgm:pt modelId="{24118627-A226-40CC-A5B4-BD854D404019}" type="pres">
      <dgm:prSet presAssocID="{2B2ADDAB-5BD6-404A-BC91-0AD1F31BF16C}" presName="rootConnector" presStyleLbl="node4" presStyleIdx="7" presStyleCnt="14"/>
      <dgm:spPr/>
    </dgm:pt>
    <dgm:pt modelId="{76C2BBE8-6427-44C6-ADB2-E11204AB1883}" type="pres">
      <dgm:prSet presAssocID="{2B2ADDAB-5BD6-404A-BC91-0AD1F31BF16C}" presName="hierChild4" presStyleCnt="0"/>
      <dgm:spPr/>
    </dgm:pt>
    <dgm:pt modelId="{59C0CA7C-A222-4638-8108-87FB177D045B}" type="pres">
      <dgm:prSet presAssocID="{28134BA0-6F19-4C30-A81E-0EC4D78F3888}" presName="Name37" presStyleLbl="parChTrans1D4" presStyleIdx="8" presStyleCnt="14"/>
      <dgm:spPr/>
    </dgm:pt>
    <dgm:pt modelId="{56A92EEB-2A63-4AAC-AAC7-E2EBCF805DE3}" type="pres">
      <dgm:prSet presAssocID="{6F1A6F28-AE9C-457B-9B38-0858CE5F3BB0}" presName="hierRoot2" presStyleCnt="0">
        <dgm:presLayoutVars>
          <dgm:hierBranch val="init"/>
        </dgm:presLayoutVars>
      </dgm:prSet>
      <dgm:spPr/>
    </dgm:pt>
    <dgm:pt modelId="{16D508B9-518B-4ADE-91F6-B420045A85CD}" type="pres">
      <dgm:prSet presAssocID="{6F1A6F28-AE9C-457B-9B38-0858CE5F3BB0}" presName="rootComposite" presStyleCnt="0"/>
      <dgm:spPr/>
    </dgm:pt>
    <dgm:pt modelId="{EBC86C68-03F6-4456-BF0D-3DE685E7DF26}" type="pres">
      <dgm:prSet presAssocID="{6F1A6F28-AE9C-457B-9B38-0858CE5F3BB0}" presName="rootText" presStyleLbl="node4" presStyleIdx="8" presStyleCnt="14">
        <dgm:presLayoutVars>
          <dgm:chPref val="3"/>
        </dgm:presLayoutVars>
      </dgm:prSet>
      <dgm:spPr/>
    </dgm:pt>
    <dgm:pt modelId="{4B4DBA1F-ACB8-4FA2-BA66-77BA9824A90F}" type="pres">
      <dgm:prSet presAssocID="{6F1A6F28-AE9C-457B-9B38-0858CE5F3BB0}" presName="rootConnector" presStyleLbl="node4" presStyleIdx="8" presStyleCnt="14"/>
      <dgm:spPr/>
    </dgm:pt>
    <dgm:pt modelId="{B8BA1456-3D82-4671-A239-62A46DD65F46}" type="pres">
      <dgm:prSet presAssocID="{6F1A6F28-AE9C-457B-9B38-0858CE5F3BB0}" presName="hierChild4" presStyleCnt="0"/>
      <dgm:spPr/>
    </dgm:pt>
    <dgm:pt modelId="{8F29E512-7D8A-4A27-BC10-0C3FCF9290D8}" type="pres">
      <dgm:prSet presAssocID="{6F1A6F28-AE9C-457B-9B38-0858CE5F3BB0}" presName="hierChild5" presStyleCnt="0"/>
      <dgm:spPr/>
    </dgm:pt>
    <dgm:pt modelId="{C7D83927-58A0-42AC-8BF0-4C88D977020E}" type="pres">
      <dgm:prSet presAssocID="{7BF63EEC-1BC6-4538-A708-7489CFA92730}" presName="Name37" presStyleLbl="parChTrans1D4" presStyleIdx="9" presStyleCnt="14"/>
      <dgm:spPr/>
    </dgm:pt>
    <dgm:pt modelId="{7B33B568-4C06-4C60-953C-77702EA7583B}" type="pres">
      <dgm:prSet presAssocID="{34AC8F08-059B-413F-9634-EAC4263F1D17}" presName="hierRoot2" presStyleCnt="0">
        <dgm:presLayoutVars>
          <dgm:hierBranch val="init"/>
        </dgm:presLayoutVars>
      </dgm:prSet>
      <dgm:spPr/>
    </dgm:pt>
    <dgm:pt modelId="{89D21A10-410D-4624-9135-DFDC96917474}" type="pres">
      <dgm:prSet presAssocID="{34AC8F08-059B-413F-9634-EAC4263F1D17}" presName="rootComposite" presStyleCnt="0"/>
      <dgm:spPr/>
    </dgm:pt>
    <dgm:pt modelId="{0538326D-8E6C-4D98-8C84-FC0E802AEBC5}" type="pres">
      <dgm:prSet presAssocID="{34AC8F08-059B-413F-9634-EAC4263F1D17}" presName="rootText" presStyleLbl="node4" presStyleIdx="9" presStyleCnt="14">
        <dgm:presLayoutVars>
          <dgm:chPref val="3"/>
        </dgm:presLayoutVars>
      </dgm:prSet>
      <dgm:spPr/>
    </dgm:pt>
    <dgm:pt modelId="{0C6D0E4B-A58E-455F-8B5C-B1630A073858}" type="pres">
      <dgm:prSet presAssocID="{34AC8F08-059B-413F-9634-EAC4263F1D17}" presName="rootConnector" presStyleLbl="node4" presStyleIdx="9" presStyleCnt="14"/>
      <dgm:spPr/>
    </dgm:pt>
    <dgm:pt modelId="{2BF7F580-4744-44DF-8684-38A224788DEF}" type="pres">
      <dgm:prSet presAssocID="{34AC8F08-059B-413F-9634-EAC4263F1D17}" presName="hierChild4" presStyleCnt="0"/>
      <dgm:spPr/>
    </dgm:pt>
    <dgm:pt modelId="{AF7E2C0D-36F6-4967-B526-C436ACECF540}" type="pres">
      <dgm:prSet presAssocID="{34AC8F08-059B-413F-9634-EAC4263F1D17}" presName="hierChild5" presStyleCnt="0"/>
      <dgm:spPr/>
    </dgm:pt>
    <dgm:pt modelId="{CED237BB-0E02-41F1-995A-B8D49BFE6C85}" type="pres">
      <dgm:prSet presAssocID="{6EAF572D-189D-41A6-A86C-6CB8C86A1C7F}" presName="Name37" presStyleLbl="parChTrans1D4" presStyleIdx="10" presStyleCnt="14"/>
      <dgm:spPr/>
    </dgm:pt>
    <dgm:pt modelId="{971A0646-88CA-4331-8C78-6B3F8D8D9649}" type="pres">
      <dgm:prSet presAssocID="{76BF9985-6394-493E-8B93-4BCB347052E3}" presName="hierRoot2" presStyleCnt="0">
        <dgm:presLayoutVars>
          <dgm:hierBranch val="init"/>
        </dgm:presLayoutVars>
      </dgm:prSet>
      <dgm:spPr/>
    </dgm:pt>
    <dgm:pt modelId="{6B1DA3C8-665C-4C25-9344-0DD4CBD6BCF2}" type="pres">
      <dgm:prSet presAssocID="{76BF9985-6394-493E-8B93-4BCB347052E3}" presName="rootComposite" presStyleCnt="0"/>
      <dgm:spPr/>
    </dgm:pt>
    <dgm:pt modelId="{C5D51485-EA35-4692-B375-3CB311520412}" type="pres">
      <dgm:prSet presAssocID="{76BF9985-6394-493E-8B93-4BCB347052E3}" presName="rootText" presStyleLbl="node4" presStyleIdx="10" presStyleCnt="14">
        <dgm:presLayoutVars>
          <dgm:chPref val="3"/>
        </dgm:presLayoutVars>
      </dgm:prSet>
      <dgm:spPr/>
    </dgm:pt>
    <dgm:pt modelId="{FF09BCB0-95AE-41CD-AEF3-F2F3665CB7E5}" type="pres">
      <dgm:prSet presAssocID="{76BF9985-6394-493E-8B93-4BCB347052E3}" presName="rootConnector" presStyleLbl="node4" presStyleIdx="10" presStyleCnt="14"/>
      <dgm:spPr/>
    </dgm:pt>
    <dgm:pt modelId="{5D92E9A0-E61C-4AFC-92CB-9AAD31110579}" type="pres">
      <dgm:prSet presAssocID="{76BF9985-6394-493E-8B93-4BCB347052E3}" presName="hierChild4" presStyleCnt="0"/>
      <dgm:spPr/>
    </dgm:pt>
    <dgm:pt modelId="{CE14FC5A-7467-4AD0-9B1F-CB9147CABD5A}" type="pres">
      <dgm:prSet presAssocID="{76BF9985-6394-493E-8B93-4BCB347052E3}" presName="hierChild5" presStyleCnt="0"/>
      <dgm:spPr/>
    </dgm:pt>
    <dgm:pt modelId="{6EA20ED7-B712-431F-877E-57371FE7E9EB}" type="pres">
      <dgm:prSet presAssocID="{2B2ADDAB-5BD6-404A-BC91-0AD1F31BF16C}" presName="hierChild5" presStyleCnt="0"/>
      <dgm:spPr/>
    </dgm:pt>
    <dgm:pt modelId="{F39A06D2-9754-46ED-B733-A355304D4DB7}" type="pres">
      <dgm:prSet presAssocID="{1842FF73-1369-4962-8E68-A737C3FA8262}" presName="Name37" presStyleLbl="parChTrans1D4" presStyleIdx="11" presStyleCnt="14"/>
      <dgm:spPr/>
    </dgm:pt>
    <dgm:pt modelId="{53232A6B-89DF-4016-BFFE-02A81D507D66}" type="pres">
      <dgm:prSet presAssocID="{099907E9-C7CD-4FE3-A1F4-63B245A20836}" presName="hierRoot2" presStyleCnt="0">
        <dgm:presLayoutVars>
          <dgm:hierBranch val="init"/>
        </dgm:presLayoutVars>
      </dgm:prSet>
      <dgm:spPr/>
    </dgm:pt>
    <dgm:pt modelId="{A3864C32-8041-4335-8F87-30AFF5DBD334}" type="pres">
      <dgm:prSet presAssocID="{099907E9-C7CD-4FE3-A1F4-63B245A20836}" presName="rootComposite" presStyleCnt="0"/>
      <dgm:spPr/>
    </dgm:pt>
    <dgm:pt modelId="{9A6ACC15-E7F8-45BE-AFA5-71765FABBC87}" type="pres">
      <dgm:prSet presAssocID="{099907E9-C7CD-4FE3-A1F4-63B245A20836}" presName="rootText" presStyleLbl="node4" presStyleIdx="11" presStyleCnt="14">
        <dgm:presLayoutVars>
          <dgm:chPref val="3"/>
        </dgm:presLayoutVars>
      </dgm:prSet>
      <dgm:spPr/>
    </dgm:pt>
    <dgm:pt modelId="{9AD027C8-48FE-42E2-B904-75C70D4E1779}" type="pres">
      <dgm:prSet presAssocID="{099907E9-C7CD-4FE3-A1F4-63B245A20836}" presName="rootConnector" presStyleLbl="node4" presStyleIdx="11" presStyleCnt="14"/>
      <dgm:spPr/>
    </dgm:pt>
    <dgm:pt modelId="{36C1505F-2BCE-432F-85B0-4EB9466A2A90}" type="pres">
      <dgm:prSet presAssocID="{099907E9-C7CD-4FE3-A1F4-63B245A20836}" presName="hierChild4" presStyleCnt="0"/>
      <dgm:spPr/>
    </dgm:pt>
    <dgm:pt modelId="{40999D11-022E-40A7-A586-88AB5E0C7FB6}" type="pres">
      <dgm:prSet presAssocID="{099907E9-C7CD-4FE3-A1F4-63B245A20836}" presName="hierChild5" presStyleCnt="0"/>
      <dgm:spPr/>
    </dgm:pt>
    <dgm:pt modelId="{6E7D16C6-571A-48A9-807A-ED3F03C49D27}" type="pres">
      <dgm:prSet presAssocID="{4767094B-8FF3-4F0D-8187-BAE59D0CB3A2}" presName="Name37" presStyleLbl="parChTrans1D4" presStyleIdx="12" presStyleCnt="14"/>
      <dgm:spPr/>
    </dgm:pt>
    <dgm:pt modelId="{5C5033CE-F00D-4426-913C-6594A9DE5D33}" type="pres">
      <dgm:prSet presAssocID="{A1AB70BA-5F83-44E5-BBB2-F8B0BDC5E463}" presName="hierRoot2" presStyleCnt="0">
        <dgm:presLayoutVars>
          <dgm:hierBranch val="init"/>
        </dgm:presLayoutVars>
      </dgm:prSet>
      <dgm:spPr/>
    </dgm:pt>
    <dgm:pt modelId="{D3AEC796-0632-4FB7-9A4F-FEB87075AB5C}" type="pres">
      <dgm:prSet presAssocID="{A1AB70BA-5F83-44E5-BBB2-F8B0BDC5E463}" presName="rootComposite" presStyleCnt="0"/>
      <dgm:spPr/>
    </dgm:pt>
    <dgm:pt modelId="{4AB8B5DB-7B85-4076-93B6-90932F08B372}" type="pres">
      <dgm:prSet presAssocID="{A1AB70BA-5F83-44E5-BBB2-F8B0BDC5E463}" presName="rootText" presStyleLbl="node4" presStyleIdx="12" presStyleCnt="14">
        <dgm:presLayoutVars>
          <dgm:chPref val="3"/>
        </dgm:presLayoutVars>
      </dgm:prSet>
      <dgm:spPr/>
    </dgm:pt>
    <dgm:pt modelId="{BDFBFC72-2697-43C0-85C9-F3D2CC9EE323}" type="pres">
      <dgm:prSet presAssocID="{A1AB70BA-5F83-44E5-BBB2-F8B0BDC5E463}" presName="rootConnector" presStyleLbl="node4" presStyleIdx="12" presStyleCnt="14"/>
      <dgm:spPr/>
    </dgm:pt>
    <dgm:pt modelId="{0A1AB031-51C4-4B41-B533-912EA4B0DCA0}" type="pres">
      <dgm:prSet presAssocID="{A1AB70BA-5F83-44E5-BBB2-F8B0BDC5E463}" presName="hierChild4" presStyleCnt="0"/>
      <dgm:spPr/>
    </dgm:pt>
    <dgm:pt modelId="{9188FF02-8CA3-4B75-AC1C-868C6933ABCA}" type="pres">
      <dgm:prSet presAssocID="{A1AB70BA-5F83-44E5-BBB2-F8B0BDC5E463}" presName="hierChild5" presStyleCnt="0"/>
      <dgm:spPr/>
    </dgm:pt>
    <dgm:pt modelId="{2620F753-65B6-4532-849D-73361D4DF87C}" type="pres">
      <dgm:prSet presAssocID="{8D7F5A5E-8C7C-4D07-A245-33A91BEFA52C}" presName="Name37" presStyleLbl="parChTrans1D4" presStyleIdx="13" presStyleCnt="14"/>
      <dgm:spPr/>
    </dgm:pt>
    <dgm:pt modelId="{C8AFAF65-E7EC-4532-805B-04F51A2A9822}" type="pres">
      <dgm:prSet presAssocID="{07334677-4799-4854-BEBC-111EBD70546B}" presName="hierRoot2" presStyleCnt="0">
        <dgm:presLayoutVars>
          <dgm:hierBranch val="init"/>
        </dgm:presLayoutVars>
      </dgm:prSet>
      <dgm:spPr/>
    </dgm:pt>
    <dgm:pt modelId="{C7AAFD64-1983-4449-8B34-0C8FF5194797}" type="pres">
      <dgm:prSet presAssocID="{07334677-4799-4854-BEBC-111EBD70546B}" presName="rootComposite" presStyleCnt="0"/>
      <dgm:spPr/>
    </dgm:pt>
    <dgm:pt modelId="{2EC74CA9-01E8-46E8-9D62-213BC11820E4}" type="pres">
      <dgm:prSet presAssocID="{07334677-4799-4854-BEBC-111EBD70546B}" presName="rootText" presStyleLbl="node4" presStyleIdx="13" presStyleCnt="14">
        <dgm:presLayoutVars>
          <dgm:chPref val="3"/>
        </dgm:presLayoutVars>
      </dgm:prSet>
      <dgm:spPr/>
    </dgm:pt>
    <dgm:pt modelId="{171330E8-9A12-464C-AB44-DBC7319B938E}" type="pres">
      <dgm:prSet presAssocID="{07334677-4799-4854-BEBC-111EBD70546B}" presName="rootConnector" presStyleLbl="node4" presStyleIdx="13" presStyleCnt="14"/>
      <dgm:spPr/>
    </dgm:pt>
    <dgm:pt modelId="{61D48864-BDD2-497C-BDC0-987C4C0A94CE}" type="pres">
      <dgm:prSet presAssocID="{07334677-4799-4854-BEBC-111EBD70546B}" presName="hierChild4" presStyleCnt="0"/>
      <dgm:spPr/>
    </dgm:pt>
    <dgm:pt modelId="{8AEAEDC9-9490-40FA-A811-9D10043614F7}" type="pres">
      <dgm:prSet presAssocID="{07334677-4799-4854-BEBC-111EBD70546B}" presName="hierChild5" presStyleCnt="0"/>
      <dgm:spPr/>
    </dgm:pt>
    <dgm:pt modelId="{A0AAADDC-FE5C-4815-9D61-C4D2888B35F3}" type="pres">
      <dgm:prSet presAssocID="{D20F7B05-D3D3-4CDB-BDA6-9931AC82085F}" presName="hierChild5" presStyleCnt="0"/>
      <dgm:spPr/>
    </dgm:pt>
    <dgm:pt modelId="{FCD18B93-BC4C-4830-B01F-86566FE81F00}" type="pres">
      <dgm:prSet presAssocID="{72FC1C62-1B31-43E2-BFDD-AE33D1198F46}" presName="hierChild5" presStyleCnt="0"/>
      <dgm:spPr/>
    </dgm:pt>
    <dgm:pt modelId="{2BEB6E60-6CC4-4C6A-8A8F-970A28E98BD3}" type="pres">
      <dgm:prSet presAssocID="{16939AD5-A7C9-4201-BA75-3378326A5C29}" presName="hierChild3" presStyleCnt="0"/>
      <dgm:spPr/>
    </dgm:pt>
  </dgm:ptLst>
  <dgm:cxnLst>
    <dgm:cxn modelId="{09AE9F06-3960-4D78-86AD-8E9F44FC6089}" type="presOf" srcId="{29AAE703-03F5-47E8-A593-5B1C0D9D8169}" destId="{00094EE3-9518-472B-9F1F-C6BB8A1B3715}" srcOrd="0" destOrd="0" presId="urn:microsoft.com/office/officeart/2005/8/layout/orgChart1"/>
    <dgm:cxn modelId="{8F505609-DF7C-4BAB-98F5-9A4AAFB99F67}" srcId="{D20F7B05-D3D3-4CDB-BDA6-9931AC82085F}" destId="{07334677-4799-4854-BEBC-111EBD70546B}" srcOrd="5" destOrd="0" parTransId="{8D7F5A5E-8C7C-4D07-A245-33A91BEFA52C}" sibTransId="{AFA76871-02F1-49BF-8D19-412ECEF0DCD5}"/>
    <dgm:cxn modelId="{DB88D709-B9AA-4FBF-978A-FDCD71A8000F}" type="presOf" srcId="{099907E9-C7CD-4FE3-A1F4-63B245A20836}" destId="{9A6ACC15-E7F8-45BE-AFA5-71765FABBC87}" srcOrd="0" destOrd="0" presId="urn:microsoft.com/office/officeart/2005/8/layout/orgChart1"/>
    <dgm:cxn modelId="{C44EE509-1125-43CB-AC09-0B1B62FF54D5}" type="presOf" srcId="{E278FDC1-BFA4-4C2D-BC66-B80FE0894403}" destId="{C3903AF0-0FDE-4DA1-9C11-53A2C50BBB29}" srcOrd="0" destOrd="0" presId="urn:microsoft.com/office/officeart/2005/8/layout/orgChart1"/>
    <dgm:cxn modelId="{6B7A7F0A-7C49-4D22-8C5D-E469F0E2BDF5}" type="presOf" srcId="{E288896D-1DAC-4761-B0F3-5A0463D968DD}" destId="{A9C191CF-6AA9-4B37-86ED-ED5270BAAF1A}" srcOrd="0" destOrd="0" presId="urn:microsoft.com/office/officeart/2005/8/layout/orgChart1"/>
    <dgm:cxn modelId="{AEA9960E-D12A-46A5-A451-9F87E18AA4E4}" srcId="{DA383135-F92D-410E-ABB4-DA64AB227840}" destId="{C0D6EBD9-1D8B-4046-BD20-CD5BC8E4A143}" srcOrd="0" destOrd="0" parTransId="{BB4D3A7A-68CD-4329-8E88-F71A05F14FB5}" sibTransId="{5BE16358-3535-429F-AE2B-DC26D119F5A0}"/>
    <dgm:cxn modelId="{960DCB12-849C-4420-8578-9F4BC1967C2C}" srcId="{DA383135-F92D-410E-ABB4-DA64AB227840}" destId="{DEE88715-1E62-4097-BC10-959A8FEBBCD0}" srcOrd="2" destOrd="0" parTransId="{83200D60-E261-4792-82FC-FE7DFF65E90D}" sibTransId="{9E313EE9-B9D3-4013-A27B-4C405C5EFA19}"/>
    <dgm:cxn modelId="{AAA8D712-295A-4A19-AAC6-9F9201B4501E}" type="presOf" srcId="{11602E45-C664-47C8-80A0-ABD4108E44E8}" destId="{882C0D6F-CB92-48C0-9AF6-C84D9D0858C7}" srcOrd="0" destOrd="0" presId="urn:microsoft.com/office/officeart/2005/8/layout/orgChart1"/>
    <dgm:cxn modelId="{1A551521-ABE0-4195-B6FC-612723237F50}" srcId="{2B2ADDAB-5BD6-404A-BC91-0AD1F31BF16C}" destId="{34AC8F08-059B-413F-9634-EAC4263F1D17}" srcOrd="1" destOrd="0" parTransId="{7BF63EEC-1BC6-4538-A708-7489CFA92730}" sibTransId="{74A73E60-C27F-425C-BAF0-B52C173D9DD5}"/>
    <dgm:cxn modelId="{3E61F124-0F63-4B86-8155-D9F4C6FFFCB5}" type="presOf" srcId="{8D7F5A5E-8C7C-4D07-A245-33A91BEFA52C}" destId="{2620F753-65B6-4532-849D-73361D4DF87C}" srcOrd="0" destOrd="0" presId="urn:microsoft.com/office/officeart/2005/8/layout/orgChart1"/>
    <dgm:cxn modelId="{E0E4A525-F6F9-48F7-896E-DB93FA02D0D5}" type="presOf" srcId="{29AAE703-03F5-47E8-A593-5B1C0D9D8169}" destId="{32D51117-97CA-4D8E-AEBE-50AA6AD863DF}" srcOrd="1" destOrd="0" presId="urn:microsoft.com/office/officeart/2005/8/layout/orgChart1"/>
    <dgm:cxn modelId="{86E3A727-B83F-4B17-922D-9A5DB4343B74}" type="presOf" srcId="{28134BA0-6F19-4C30-A81E-0EC4D78F3888}" destId="{59C0CA7C-A222-4638-8108-87FB177D045B}" srcOrd="0" destOrd="0" presId="urn:microsoft.com/office/officeart/2005/8/layout/orgChart1"/>
    <dgm:cxn modelId="{DB080E2B-6EB1-4DBE-A354-28DC44531B56}" type="presOf" srcId="{00C6C8DF-7683-4F02-A1B5-BD08FD6B5AE4}" destId="{F4A16579-BA0E-4FC8-B792-B9CFB4FEAB96}" srcOrd="0" destOrd="0" presId="urn:microsoft.com/office/officeart/2005/8/layout/orgChart1"/>
    <dgm:cxn modelId="{9DED532B-B585-4222-A050-8086F10897E2}" srcId="{D20F7B05-D3D3-4CDB-BDA6-9931AC82085F}" destId="{2B2ADDAB-5BD6-404A-BC91-0AD1F31BF16C}" srcOrd="2" destOrd="0" parTransId="{B6E8FE68-69E6-4587-AE24-F265D9363B82}" sibTransId="{1CC312F0-99A6-4610-B70F-68E1B3421533}"/>
    <dgm:cxn modelId="{8ED3FA2B-7AF1-4C90-BE47-7212D3DE636F}" type="presOf" srcId="{3468C26D-577A-4609-914E-559849B7216F}" destId="{D3FBB81B-7A42-4859-B4FE-78F5366157E4}" srcOrd="0" destOrd="0" presId="urn:microsoft.com/office/officeart/2005/8/layout/orgChart1"/>
    <dgm:cxn modelId="{28BE1F31-B6D2-4D0D-8546-427C7F5C8209}" srcId="{D20F7B05-D3D3-4CDB-BDA6-9931AC82085F}" destId="{DA383135-F92D-410E-ABB4-DA64AB227840}" srcOrd="1" destOrd="0" parTransId="{0FE63638-1375-437C-9312-D845167DE840}" sibTransId="{A92BD27C-898E-47B5-A187-56CF5692DF3E}"/>
    <dgm:cxn modelId="{0D95EF33-8C4D-4C91-84C3-CBE3F83D0E7E}" type="presOf" srcId="{B6E8FE68-69E6-4587-AE24-F265D9363B82}" destId="{1EFC1431-A976-4E51-974D-7CA1B75B3245}" srcOrd="0" destOrd="0" presId="urn:microsoft.com/office/officeart/2005/8/layout/orgChart1"/>
    <dgm:cxn modelId="{10E18D39-36E2-42EA-8584-81308190C005}" type="presOf" srcId="{2B2ADDAB-5BD6-404A-BC91-0AD1F31BF16C}" destId="{60E29F7B-2C9B-44D5-A986-513D6ED2D128}" srcOrd="0" destOrd="0" presId="urn:microsoft.com/office/officeart/2005/8/layout/orgChart1"/>
    <dgm:cxn modelId="{717C3F3B-C110-47A7-A0E2-BBE9E46C9D84}" type="presOf" srcId="{6F1A6F28-AE9C-457B-9B38-0858CE5F3BB0}" destId="{EBC86C68-03F6-4456-BF0D-3DE685E7DF26}" srcOrd="0" destOrd="0" presId="urn:microsoft.com/office/officeart/2005/8/layout/orgChart1"/>
    <dgm:cxn modelId="{15113E40-553F-4366-8BE4-B582E14ABD4A}" type="presOf" srcId="{C0D6EBD9-1D8B-4046-BD20-CD5BC8E4A143}" destId="{5BBC8D6A-5189-4E54-BC4E-9F934964259F}" srcOrd="0" destOrd="0" presId="urn:microsoft.com/office/officeart/2005/8/layout/orgChart1"/>
    <dgm:cxn modelId="{AF952F5E-1F2D-4AAB-9349-E863D8F3C0A6}" type="presOf" srcId="{76BF9985-6394-493E-8B93-4BCB347052E3}" destId="{C5D51485-EA35-4692-B375-3CB311520412}" srcOrd="0" destOrd="0" presId="urn:microsoft.com/office/officeart/2005/8/layout/orgChart1"/>
    <dgm:cxn modelId="{AFEC505E-CAB3-451B-9F2F-37820835AA20}" srcId="{D20F7B05-D3D3-4CDB-BDA6-9931AC82085F}" destId="{A1AB70BA-5F83-44E5-BBB2-F8B0BDC5E463}" srcOrd="4" destOrd="0" parTransId="{4767094B-8FF3-4F0D-8187-BAE59D0CB3A2}" sibTransId="{8274CF7D-77C6-4571-B8A0-68F62EE24D65}"/>
    <dgm:cxn modelId="{8C60F35F-620C-4B12-9783-C417AD91C4A5}" type="presOf" srcId="{34AC8F08-059B-413F-9634-EAC4263F1D17}" destId="{0C6D0E4B-A58E-455F-8B5C-B1630A073858}" srcOrd="1" destOrd="0" presId="urn:microsoft.com/office/officeart/2005/8/layout/orgChart1"/>
    <dgm:cxn modelId="{0957D962-253F-4C5A-838B-AF12725073AE}" type="presOf" srcId="{72FC1C62-1B31-43E2-BFDD-AE33D1198F46}" destId="{D53A6BD1-AC63-4776-B7FB-8BF7E6069853}" srcOrd="0" destOrd="0" presId="urn:microsoft.com/office/officeart/2005/8/layout/orgChart1"/>
    <dgm:cxn modelId="{8A697F44-7D48-4EE5-B7BC-CC3B28D3EE58}" type="presOf" srcId="{4767094B-8FF3-4F0D-8187-BAE59D0CB3A2}" destId="{6E7D16C6-571A-48A9-807A-ED3F03C49D27}" srcOrd="0" destOrd="0" presId="urn:microsoft.com/office/officeart/2005/8/layout/orgChart1"/>
    <dgm:cxn modelId="{3139FA48-8538-4A36-AE5B-648CDB286937}" type="presOf" srcId="{A9DFBB8E-CFF1-43DB-A53F-D6D8E208ECFD}" destId="{7D75F393-2817-4609-B6DF-6886BFE52137}" srcOrd="1" destOrd="0" presId="urn:microsoft.com/office/officeart/2005/8/layout/orgChart1"/>
    <dgm:cxn modelId="{EA431F4C-CABB-45A5-B4EB-3238BB805C27}" type="presOf" srcId="{C0D6EBD9-1D8B-4046-BD20-CD5BC8E4A143}" destId="{5D2F7035-A1A5-4D41-9B6A-9548CF67E4E3}" srcOrd="1" destOrd="0" presId="urn:microsoft.com/office/officeart/2005/8/layout/orgChart1"/>
    <dgm:cxn modelId="{D43EDC4C-3894-4B4A-9117-81D49FE72CBD}" type="presOf" srcId="{83200D60-E261-4792-82FC-FE7DFF65E90D}" destId="{A8836394-CDFA-45E2-84BA-04B7E6FB287D}" srcOrd="0" destOrd="0" presId="urn:microsoft.com/office/officeart/2005/8/layout/orgChart1"/>
    <dgm:cxn modelId="{9C8C614D-B759-4440-BBB7-B2A68AD9F92B}" type="presOf" srcId="{34AC8F08-059B-413F-9634-EAC4263F1D17}" destId="{0538326D-8E6C-4D98-8C84-FC0E802AEBC5}" srcOrd="0" destOrd="0" presId="urn:microsoft.com/office/officeart/2005/8/layout/orgChart1"/>
    <dgm:cxn modelId="{FF48696E-64D3-4475-9F99-5E0BB48C9AA0}" type="presOf" srcId="{2B2ADDAB-5BD6-404A-BC91-0AD1F31BF16C}" destId="{24118627-A226-40CC-A5B4-BD854D404019}" srcOrd="1" destOrd="0" presId="urn:microsoft.com/office/officeart/2005/8/layout/orgChart1"/>
    <dgm:cxn modelId="{8D8CD150-1A9A-49A6-A2B6-9239AFDE73D2}" type="presOf" srcId="{A1AB70BA-5F83-44E5-BBB2-F8B0BDC5E463}" destId="{BDFBFC72-2697-43C0-85C9-F3D2CC9EE323}" srcOrd="1" destOrd="0" presId="urn:microsoft.com/office/officeart/2005/8/layout/orgChart1"/>
    <dgm:cxn modelId="{99DB3752-B608-4E89-83A1-D7537B755208}" type="presOf" srcId="{D20F7B05-D3D3-4CDB-BDA6-9931AC82085F}" destId="{893F05B1-DFB9-41FA-A1F9-25C18ABAD877}" srcOrd="0" destOrd="0" presId="urn:microsoft.com/office/officeart/2005/8/layout/orgChart1"/>
    <dgm:cxn modelId="{A22CAD56-8356-4CA4-BB32-EFAA166D1872}" type="presOf" srcId="{07334677-4799-4854-BEBC-111EBD70546B}" destId="{2EC74CA9-01E8-46E8-9D62-213BC11820E4}" srcOrd="0" destOrd="0" presId="urn:microsoft.com/office/officeart/2005/8/layout/orgChart1"/>
    <dgm:cxn modelId="{BE2BC356-A5D4-4430-8697-4CED362E6FC5}" type="presOf" srcId="{76BF9985-6394-493E-8B93-4BCB347052E3}" destId="{FF09BCB0-95AE-41CD-AEF3-F2F3665CB7E5}" srcOrd="1" destOrd="0" presId="urn:microsoft.com/office/officeart/2005/8/layout/orgChart1"/>
    <dgm:cxn modelId="{B5AA8057-741A-4141-A819-4A67FAB6F550}" type="presOf" srcId="{16939AD5-A7C9-4201-BA75-3378326A5C29}" destId="{98DDFC27-FD51-4F78-9045-46DD886A7CD4}" srcOrd="1" destOrd="0" presId="urn:microsoft.com/office/officeart/2005/8/layout/orgChart1"/>
    <dgm:cxn modelId="{96DD5B58-7E0E-43EC-AE87-9FB09EFC6DFE}" type="presOf" srcId="{DEE88715-1E62-4097-BC10-959A8FEBBCD0}" destId="{F8DFAA57-91CE-4825-8353-89302DB67498}" srcOrd="0" destOrd="0" presId="urn:microsoft.com/office/officeart/2005/8/layout/orgChart1"/>
    <dgm:cxn modelId="{1B47E17B-E76E-4BED-99E6-C19D0797A624}" type="presOf" srcId="{E288896D-1DAC-4761-B0F3-5A0463D968DD}" destId="{CCE762F2-5294-4204-AD2E-DC02CAE14412}" srcOrd="1" destOrd="0" presId="urn:microsoft.com/office/officeart/2005/8/layout/orgChart1"/>
    <dgm:cxn modelId="{0D540B85-97B0-42A0-AA67-D2A09F291557}" type="presOf" srcId="{1842FF73-1369-4962-8E68-A737C3FA8262}" destId="{F39A06D2-9754-46ED-B733-A355304D4DB7}" srcOrd="0" destOrd="0" presId="urn:microsoft.com/office/officeart/2005/8/layout/orgChart1"/>
    <dgm:cxn modelId="{DD08F28F-88EF-4904-BA36-DD3CCC9A2360}" srcId="{D20F7B05-D3D3-4CDB-BDA6-9931AC82085F}" destId="{099907E9-C7CD-4FE3-A1F4-63B245A20836}" srcOrd="3" destOrd="0" parTransId="{1842FF73-1369-4962-8E68-A737C3FA8262}" sibTransId="{B9183FBA-9B01-45B1-A991-DACC634B1680}"/>
    <dgm:cxn modelId="{E6A6E493-9A36-4F7B-87E3-B17699C7D038}" srcId="{2B2ADDAB-5BD6-404A-BC91-0AD1F31BF16C}" destId="{76BF9985-6394-493E-8B93-4BCB347052E3}" srcOrd="2" destOrd="0" parTransId="{6EAF572D-189D-41A6-A86C-6CB8C86A1C7F}" sibTransId="{73CCD1AF-BE33-4582-92A3-6A5A2D5AFCD0}"/>
    <dgm:cxn modelId="{45E53499-1F30-4329-908F-2B155A095BB3}" type="presOf" srcId="{72FC1C62-1B31-43E2-BFDD-AE33D1198F46}" destId="{BB82477A-208B-4234-8E90-2B9B649B4993}" srcOrd="1" destOrd="0" presId="urn:microsoft.com/office/officeart/2005/8/layout/orgChart1"/>
    <dgm:cxn modelId="{70DCF1AB-384C-4B18-899C-C2C3DEDF7089}" type="presOf" srcId="{16939AD5-A7C9-4201-BA75-3378326A5C29}" destId="{228E0EF4-744F-47B4-9D7F-C16750096194}" srcOrd="0" destOrd="0" presId="urn:microsoft.com/office/officeart/2005/8/layout/orgChart1"/>
    <dgm:cxn modelId="{E79FCEAF-0A42-41EB-B1CE-7B2212F6C1DB}" type="presOf" srcId="{A9DFBB8E-CFF1-43DB-A53F-D6D8E208ECFD}" destId="{53381643-0092-4D91-9F61-B858FC056129}" srcOrd="0" destOrd="0" presId="urn:microsoft.com/office/officeart/2005/8/layout/orgChart1"/>
    <dgm:cxn modelId="{AD611AB5-0D9E-4E11-91AF-CDF49FD0B1A8}" type="presOf" srcId="{D20F7B05-D3D3-4CDB-BDA6-9931AC82085F}" destId="{710E4F18-A54B-480A-AFB3-D8DC73553DD7}" srcOrd="1" destOrd="0" presId="urn:microsoft.com/office/officeart/2005/8/layout/orgChart1"/>
    <dgm:cxn modelId="{FE26ECB6-7BBC-417F-AC6E-DB453257D4A0}" srcId="{D20F7B05-D3D3-4CDB-BDA6-9931AC82085F}" destId="{E288896D-1DAC-4761-B0F3-5A0463D968DD}" srcOrd="0" destOrd="0" parTransId="{E278FDC1-BFA4-4C2D-BC66-B80FE0894403}" sibTransId="{AEBF08B1-9CE3-47C7-B061-21E6BFC29D47}"/>
    <dgm:cxn modelId="{5B9BFFB8-33B9-4DCB-BEB1-04CD51E45AAB}" srcId="{3468C26D-577A-4609-914E-559849B7216F}" destId="{16939AD5-A7C9-4201-BA75-3378326A5C29}" srcOrd="0" destOrd="0" parTransId="{039B5FD7-178A-426A-86BB-AC9C42D4C535}" sibTransId="{B55703AC-9C3E-438F-8ECF-861522138BEE}"/>
    <dgm:cxn modelId="{25AC48B9-D27B-4356-A025-82D35B5D48E6}" srcId="{DA383135-F92D-410E-ABB4-DA64AB227840}" destId="{29AAE703-03F5-47E8-A593-5B1C0D9D8169}" srcOrd="1" destOrd="0" parTransId="{90027B76-2EF3-48C6-B6CC-1A8A262C1F87}" sibTransId="{D11F2827-7592-42D3-B104-6D246D6F2917}"/>
    <dgm:cxn modelId="{D752C3BD-0B9A-4907-93B5-E65547CC7FFC}" type="presOf" srcId="{7BF63EEC-1BC6-4538-A708-7489CFA92730}" destId="{C7D83927-58A0-42AC-8BF0-4C88D977020E}" srcOrd="0" destOrd="0" presId="urn:microsoft.com/office/officeart/2005/8/layout/orgChart1"/>
    <dgm:cxn modelId="{B4E3CCBF-4F8B-423A-B344-D55F92DD6435}" srcId="{E288896D-1DAC-4761-B0F3-5A0463D968DD}" destId="{A9DFBB8E-CFF1-43DB-A53F-D6D8E208ECFD}" srcOrd="1" destOrd="0" parTransId="{1045A7E7-7C9B-4881-BB74-3BCA19692E7F}" sibTransId="{DC3D593D-A736-46C0-AA6C-79C5BA0382B7}"/>
    <dgm:cxn modelId="{115AD8C3-A64D-4FEA-9195-00755469F945}" type="presOf" srcId="{0FE63638-1375-437C-9312-D845167DE840}" destId="{0BB463F2-3360-4696-B61B-2107C30D4B33}" srcOrd="0" destOrd="0" presId="urn:microsoft.com/office/officeart/2005/8/layout/orgChart1"/>
    <dgm:cxn modelId="{110B68CC-7FFE-45E0-AB8B-8D2EA38EE8FE}" type="presOf" srcId="{00C6C8DF-7683-4F02-A1B5-BD08FD6B5AE4}" destId="{A59FF832-A982-431E-BF09-1C1B0261234F}" srcOrd="1" destOrd="0" presId="urn:microsoft.com/office/officeart/2005/8/layout/orgChart1"/>
    <dgm:cxn modelId="{E2C5C9CD-0F51-46D1-8A80-B2B55363F1AA}" type="presOf" srcId="{6EAF572D-189D-41A6-A86C-6CB8C86A1C7F}" destId="{CED237BB-0E02-41F1-995A-B8D49BFE6C85}" srcOrd="0" destOrd="0" presId="urn:microsoft.com/office/officeart/2005/8/layout/orgChart1"/>
    <dgm:cxn modelId="{654A3FCE-0548-4199-A8D4-51793C4DD9DA}" srcId="{E288896D-1DAC-4761-B0F3-5A0463D968DD}" destId="{00C6C8DF-7683-4F02-A1B5-BD08FD6B5AE4}" srcOrd="0" destOrd="0" parTransId="{3E740470-1F1C-4111-BB06-FC20EC890136}" sibTransId="{9C7A6262-9C11-4D56-9774-241685195648}"/>
    <dgm:cxn modelId="{6BAAB8CE-AABA-48AE-BD21-8E63D86A799F}" type="presOf" srcId="{90027B76-2EF3-48C6-B6CC-1A8A262C1F87}" destId="{84CFE70B-632B-402B-9D55-F3FDDA250CB5}" srcOrd="0" destOrd="0" presId="urn:microsoft.com/office/officeart/2005/8/layout/orgChart1"/>
    <dgm:cxn modelId="{AC7365D5-DE43-48BC-898A-2442E0273E76}" type="presOf" srcId="{A1AB70BA-5F83-44E5-BBB2-F8B0BDC5E463}" destId="{4AB8B5DB-7B85-4076-93B6-90932F08B372}" srcOrd="0" destOrd="0" presId="urn:microsoft.com/office/officeart/2005/8/layout/orgChart1"/>
    <dgm:cxn modelId="{1B12FADA-CD77-42D4-8C8A-3D3A66C37BB7}" type="presOf" srcId="{02394E82-2885-4E0D-A22C-A1962A64BE81}" destId="{A0390147-1773-4F27-A2D1-1210FD782F22}" srcOrd="0" destOrd="0" presId="urn:microsoft.com/office/officeart/2005/8/layout/orgChart1"/>
    <dgm:cxn modelId="{76380CDE-AD30-498C-80D2-02A9DC986A23}" srcId="{16939AD5-A7C9-4201-BA75-3378326A5C29}" destId="{72FC1C62-1B31-43E2-BFDD-AE33D1198F46}" srcOrd="0" destOrd="0" parTransId="{02394E82-2885-4E0D-A22C-A1962A64BE81}" sibTransId="{E4A4B09A-9D05-4E6E-90B8-6A748AC6FA30}"/>
    <dgm:cxn modelId="{947CFADE-8945-4FE6-98C8-2E2BA6626B50}" type="presOf" srcId="{07334677-4799-4854-BEBC-111EBD70546B}" destId="{171330E8-9A12-464C-AB44-DBC7319B938E}" srcOrd="1" destOrd="0" presId="urn:microsoft.com/office/officeart/2005/8/layout/orgChart1"/>
    <dgm:cxn modelId="{20C4FDE9-E1B1-4146-B61D-062B1554281C}" type="presOf" srcId="{1045A7E7-7C9B-4881-BB74-3BCA19692E7F}" destId="{E9EA9EAA-9735-40D3-8B02-BAE989EF08E6}" srcOrd="0" destOrd="0" presId="urn:microsoft.com/office/officeart/2005/8/layout/orgChart1"/>
    <dgm:cxn modelId="{153186F0-6E6B-412A-8279-E831CC68224B}" type="presOf" srcId="{DA383135-F92D-410E-ABB4-DA64AB227840}" destId="{5D53ACB1-5DA1-4DC6-9436-3B16C853AFBD}" srcOrd="0" destOrd="0" presId="urn:microsoft.com/office/officeart/2005/8/layout/orgChart1"/>
    <dgm:cxn modelId="{0A2AA9F1-ECD6-4631-9E4D-105AEFBE65F2}" type="presOf" srcId="{BB4D3A7A-68CD-4329-8E88-F71A05F14FB5}" destId="{A297315A-AD7E-49CE-8A12-F1B3EF43CC54}" srcOrd="0" destOrd="0" presId="urn:microsoft.com/office/officeart/2005/8/layout/orgChart1"/>
    <dgm:cxn modelId="{5B92DCF1-CC43-4C50-8149-C9B69B74F154}" type="presOf" srcId="{DEE88715-1E62-4097-BC10-959A8FEBBCD0}" destId="{7A915B0C-9B83-4069-A67B-3D3DFCA15B31}" srcOrd="1" destOrd="0" presId="urn:microsoft.com/office/officeart/2005/8/layout/orgChart1"/>
    <dgm:cxn modelId="{4DA9C1F4-20FC-4EA3-973C-1985A4459843}" type="presOf" srcId="{DA383135-F92D-410E-ABB4-DA64AB227840}" destId="{3F761200-6ECA-4E23-A876-3983D7639690}" srcOrd="1" destOrd="0" presId="urn:microsoft.com/office/officeart/2005/8/layout/orgChart1"/>
    <dgm:cxn modelId="{7BCBEAF4-5580-41D8-9146-F8F114F1F4D0}" srcId="{72FC1C62-1B31-43E2-BFDD-AE33D1198F46}" destId="{D20F7B05-D3D3-4CDB-BDA6-9931AC82085F}" srcOrd="0" destOrd="0" parTransId="{11602E45-C664-47C8-80A0-ABD4108E44E8}" sibTransId="{219D86C3-3334-4A30-B7F3-E74343A51556}"/>
    <dgm:cxn modelId="{EE87C9F6-C44D-4F6F-BC9D-C16AB9BB1BBB}" type="presOf" srcId="{099907E9-C7CD-4FE3-A1F4-63B245A20836}" destId="{9AD027C8-48FE-42E2-B904-75C70D4E1779}" srcOrd="1" destOrd="0" presId="urn:microsoft.com/office/officeart/2005/8/layout/orgChart1"/>
    <dgm:cxn modelId="{0FD5D0F6-321D-4395-A32A-210D85196D76}" type="presOf" srcId="{3E740470-1F1C-4111-BB06-FC20EC890136}" destId="{3CD6D386-E24F-4EFE-B368-D2FC0AA17B39}" srcOrd="0" destOrd="0" presId="urn:microsoft.com/office/officeart/2005/8/layout/orgChart1"/>
    <dgm:cxn modelId="{9BEA12F9-558F-4AA1-ADEE-CFC3D4E14837}" type="presOf" srcId="{6F1A6F28-AE9C-457B-9B38-0858CE5F3BB0}" destId="{4B4DBA1F-ACB8-4FA2-BA66-77BA9824A90F}" srcOrd="1" destOrd="0" presId="urn:microsoft.com/office/officeart/2005/8/layout/orgChart1"/>
    <dgm:cxn modelId="{E73F6DFD-9077-434C-B17C-84CD41EF6FF4}" srcId="{2B2ADDAB-5BD6-404A-BC91-0AD1F31BF16C}" destId="{6F1A6F28-AE9C-457B-9B38-0858CE5F3BB0}" srcOrd="0" destOrd="0" parTransId="{28134BA0-6F19-4C30-A81E-0EC4D78F3888}" sibTransId="{A31D1605-8138-47BA-961B-79E857D05AA0}"/>
    <dgm:cxn modelId="{79DD8457-3C82-4D53-9579-80D10E0E65B6}" type="presParOf" srcId="{D3FBB81B-7A42-4859-B4FE-78F5366157E4}" destId="{C3161646-277C-458C-8652-2E0943DDDF4D}" srcOrd="0" destOrd="0" presId="urn:microsoft.com/office/officeart/2005/8/layout/orgChart1"/>
    <dgm:cxn modelId="{DDEE9243-F104-4F85-AF27-2484E8EEB1B1}" type="presParOf" srcId="{C3161646-277C-458C-8652-2E0943DDDF4D}" destId="{D14A6B99-BACA-473E-B443-4FBC85EBE623}" srcOrd="0" destOrd="0" presId="urn:microsoft.com/office/officeart/2005/8/layout/orgChart1"/>
    <dgm:cxn modelId="{E2B175C4-6647-4D33-9700-2B9EDF612D12}" type="presParOf" srcId="{D14A6B99-BACA-473E-B443-4FBC85EBE623}" destId="{228E0EF4-744F-47B4-9D7F-C16750096194}" srcOrd="0" destOrd="0" presId="urn:microsoft.com/office/officeart/2005/8/layout/orgChart1"/>
    <dgm:cxn modelId="{EFBF9129-C689-4015-B62B-2E3B2CEF1935}" type="presParOf" srcId="{D14A6B99-BACA-473E-B443-4FBC85EBE623}" destId="{98DDFC27-FD51-4F78-9045-46DD886A7CD4}" srcOrd="1" destOrd="0" presId="urn:microsoft.com/office/officeart/2005/8/layout/orgChart1"/>
    <dgm:cxn modelId="{0AEC3E59-3AD0-43BD-BCFC-7DD011397880}" type="presParOf" srcId="{C3161646-277C-458C-8652-2E0943DDDF4D}" destId="{619AEA7A-9C83-41EE-86D4-AE5F7BE85599}" srcOrd="1" destOrd="0" presId="urn:microsoft.com/office/officeart/2005/8/layout/orgChart1"/>
    <dgm:cxn modelId="{BAA1325E-1770-4AE9-9201-6337B28DF643}" type="presParOf" srcId="{619AEA7A-9C83-41EE-86D4-AE5F7BE85599}" destId="{A0390147-1773-4F27-A2D1-1210FD782F22}" srcOrd="0" destOrd="0" presId="urn:microsoft.com/office/officeart/2005/8/layout/orgChart1"/>
    <dgm:cxn modelId="{A13ADECD-0FE3-4D78-B673-F30C1A5FF41B}" type="presParOf" srcId="{619AEA7A-9C83-41EE-86D4-AE5F7BE85599}" destId="{64D991E4-34D1-4F2B-80C5-6D28ED1D6E6A}" srcOrd="1" destOrd="0" presId="urn:microsoft.com/office/officeart/2005/8/layout/orgChart1"/>
    <dgm:cxn modelId="{6CDAEBFD-A066-4383-A538-31B13C774415}" type="presParOf" srcId="{64D991E4-34D1-4F2B-80C5-6D28ED1D6E6A}" destId="{A04BE2BC-92F8-4A7B-826A-A1C762DF14A7}" srcOrd="0" destOrd="0" presId="urn:microsoft.com/office/officeart/2005/8/layout/orgChart1"/>
    <dgm:cxn modelId="{6B827928-43A9-4B79-B219-30C956B4D7FD}" type="presParOf" srcId="{A04BE2BC-92F8-4A7B-826A-A1C762DF14A7}" destId="{D53A6BD1-AC63-4776-B7FB-8BF7E6069853}" srcOrd="0" destOrd="0" presId="urn:microsoft.com/office/officeart/2005/8/layout/orgChart1"/>
    <dgm:cxn modelId="{99BC8E5A-59B4-4DCD-8060-2803A668007F}" type="presParOf" srcId="{A04BE2BC-92F8-4A7B-826A-A1C762DF14A7}" destId="{BB82477A-208B-4234-8E90-2B9B649B4993}" srcOrd="1" destOrd="0" presId="urn:microsoft.com/office/officeart/2005/8/layout/orgChart1"/>
    <dgm:cxn modelId="{51B8DFB1-8D4D-45EE-96A6-75E0998FD585}" type="presParOf" srcId="{64D991E4-34D1-4F2B-80C5-6D28ED1D6E6A}" destId="{CA841907-3E2B-4B01-BE32-D35569AFDF7B}" srcOrd="1" destOrd="0" presId="urn:microsoft.com/office/officeart/2005/8/layout/orgChart1"/>
    <dgm:cxn modelId="{D7493F62-E3D4-4C26-A8CC-231F6640E630}" type="presParOf" srcId="{CA841907-3E2B-4B01-BE32-D35569AFDF7B}" destId="{882C0D6F-CB92-48C0-9AF6-C84D9D0858C7}" srcOrd="0" destOrd="0" presId="urn:microsoft.com/office/officeart/2005/8/layout/orgChart1"/>
    <dgm:cxn modelId="{39D09CCE-1D15-4D70-99EF-26BFCA410CC7}" type="presParOf" srcId="{CA841907-3E2B-4B01-BE32-D35569AFDF7B}" destId="{E57CA317-5D2E-44E7-85DE-6779BE452872}" srcOrd="1" destOrd="0" presId="urn:microsoft.com/office/officeart/2005/8/layout/orgChart1"/>
    <dgm:cxn modelId="{90458C99-973E-43A1-BAD1-BFA075D80D07}" type="presParOf" srcId="{E57CA317-5D2E-44E7-85DE-6779BE452872}" destId="{35DEBB14-7122-4CBB-91E3-1A86ED16AE33}" srcOrd="0" destOrd="0" presId="urn:microsoft.com/office/officeart/2005/8/layout/orgChart1"/>
    <dgm:cxn modelId="{6C456829-5897-4587-8860-2A681CA4ACCE}" type="presParOf" srcId="{35DEBB14-7122-4CBB-91E3-1A86ED16AE33}" destId="{893F05B1-DFB9-41FA-A1F9-25C18ABAD877}" srcOrd="0" destOrd="0" presId="urn:microsoft.com/office/officeart/2005/8/layout/orgChart1"/>
    <dgm:cxn modelId="{C1D81B5F-95DA-46D4-B357-9C634A6DA73E}" type="presParOf" srcId="{35DEBB14-7122-4CBB-91E3-1A86ED16AE33}" destId="{710E4F18-A54B-480A-AFB3-D8DC73553DD7}" srcOrd="1" destOrd="0" presId="urn:microsoft.com/office/officeart/2005/8/layout/orgChart1"/>
    <dgm:cxn modelId="{DABFEDC8-AE6F-4318-9694-C09A9CFBCAF2}" type="presParOf" srcId="{E57CA317-5D2E-44E7-85DE-6779BE452872}" destId="{B97EF406-1247-4C64-8C0F-55349B6F4F6C}" srcOrd="1" destOrd="0" presId="urn:microsoft.com/office/officeart/2005/8/layout/orgChart1"/>
    <dgm:cxn modelId="{52E9F8DD-E3AE-44EF-A447-08FAB2C5495C}" type="presParOf" srcId="{B97EF406-1247-4C64-8C0F-55349B6F4F6C}" destId="{C3903AF0-0FDE-4DA1-9C11-53A2C50BBB29}" srcOrd="0" destOrd="0" presId="urn:microsoft.com/office/officeart/2005/8/layout/orgChart1"/>
    <dgm:cxn modelId="{AC707992-4297-4D9E-AC35-DE6EC28E065F}" type="presParOf" srcId="{B97EF406-1247-4C64-8C0F-55349B6F4F6C}" destId="{DC8D1F74-6BEC-4A83-8AEA-176A61C2AA04}" srcOrd="1" destOrd="0" presId="urn:microsoft.com/office/officeart/2005/8/layout/orgChart1"/>
    <dgm:cxn modelId="{E3640913-522A-47D4-9604-792DD687487D}" type="presParOf" srcId="{DC8D1F74-6BEC-4A83-8AEA-176A61C2AA04}" destId="{2ABD486D-D53D-46D9-AE54-89D12BDBE189}" srcOrd="0" destOrd="0" presId="urn:microsoft.com/office/officeart/2005/8/layout/orgChart1"/>
    <dgm:cxn modelId="{5242A51D-CA24-4CAC-A3AA-01F5AA0AFE4A}" type="presParOf" srcId="{2ABD486D-D53D-46D9-AE54-89D12BDBE189}" destId="{A9C191CF-6AA9-4B37-86ED-ED5270BAAF1A}" srcOrd="0" destOrd="0" presId="urn:microsoft.com/office/officeart/2005/8/layout/orgChart1"/>
    <dgm:cxn modelId="{68CCD85C-5921-4BA3-9B62-D75E0D0ABF31}" type="presParOf" srcId="{2ABD486D-D53D-46D9-AE54-89D12BDBE189}" destId="{CCE762F2-5294-4204-AD2E-DC02CAE14412}" srcOrd="1" destOrd="0" presId="urn:microsoft.com/office/officeart/2005/8/layout/orgChart1"/>
    <dgm:cxn modelId="{B0D52DD2-E65F-47DB-B9BD-7AF16E041039}" type="presParOf" srcId="{DC8D1F74-6BEC-4A83-8AEA-176A61C2AA04}" destId="{EE7956B9-3F0C-41E3-8F4E-0A0E602550D7}" srcOrd="1" destOrd="0" presId="urn:microsoft.com/office/officeart/2005/8/layout/orgChart1"/>
    <dgm:cxn modelId="{933B2C88-1857-4BED-B6E8-CF4C444C8E31}" type="presParOf" srcId="{EE7956B9-3F0C-41E3-8F4E-0A0E602550D7}" destId="{3CD6D386-E24F-4EFE-B368-D2FC0AA17B39}" srcOrd="0" destOrd="0" presId="urn:microsoft.com/office/officeart/2005/8/layout/orgChart1"/>
    <dgm:cxn modelId="{AFBE3C92-32AF-4970-809B-B018FEEAD3CE}" type="presParOf" srcId="{EE7956B9-3F0C-41E3-8F4E-0A0E602550D7}" destId="{93FCB159-CC7B-4E41-9E1D-89025554E44E}" srcOrd="1" destOrd="0" presId="urn:microsoft.com/office/officeart/2005/8/layout/orgChart1"/>
    <dgm:cxn modelId="{4BE02982-37F8-4C9D-9197-4A9285D366E0}" type="presParOf" srcId="{93FCB159-CC7B-4E41-9E1D-89025554E44E}" destId="{455C9B59-E60D-48EF-B0E7-53171D3D879D}" srcOrd="0" destOrd="0" presId="urn:microsoft.com/office/officeart/2005/8/layout/orgChart1"/>
    <dgm:cxn modelId="{B16AAE15-5D9C-4D2A-A2F6-9089969EDAE0}" type="presParOf" srcId="{455C9B59-E60D-48EF-B0E7-53171D3D879D}" destId="{F4A16579-BA0E-4FC8-B792-B9CFB4FEAB96}" srcOrd="0" destOrd="0" presId="urn:microsoft.com/office/officeart/2005/8/layout/orgChart1"/>
    <dgm:cxn modelId="{13CB50B1-72AB-4D66-9583-5F62C2501F2D}" type="presParOf" srcId="{455C9B59-E60D-48EF-B0E7-53171D3D879D}" destId="{A59FF832-A982-431E-BF09-1C1B0261234F}" srcOrd="1" destOrd="0" presId="urn:microsoft.com/office/officeart/2005/8/layout/orgChart1"/>
    <dgm:cxn modelId="{76EAF1EB-27E5-4218-B507-6139C4303A00}" type="presParOf" srcId="{93FCB159-CC7B-4E41-9E1D-89025554E44E}" destId="{21373A13-09D2-40A2-83F8-0C3BD1DC8ADA}" srcOrd="1" destOrd="0" presId="urn:microsoft.com/office/officeart/2005/8/layout/orgChart1"/>
    <dgm:cxn modelId="{492B9C19-7906-46EE-943A-EB302A9850E7}" type="presParOf" srcId="{93FCB159-CC7B-4E41-9E1D-89025554E44E}" destId="{A5054025-9E48-4B4F-ABBE-0E432D564D4E}" srcOrd="2" destOrd="0" presId="urn:microsoft.com/office/officeart/2005/8/layout/orgChart1"/>
    <dgm:cxn modelId="{DAF9D86B-E410-4F3A-B063-550CD469F428}" type="presParOf" srcId="{EE7956B9-3F0C-41E3-8F4E-0A0E602550D7}" destId="{E9EA9EAA-9735-40D3-8B02-BAE989EF08E6}" srcOrd="2" destOrd="0" presId="urn:microsoft.com/office/officeart/2005/8/layout/orgChart1"/>
    <dgm:cxn modelId="{916619A9-5F92-4270-83B5-82E2DCACF7C2}" type="presParOf" srcId="{EE7956B9-3F0C-41E3-8F4E-0A0E602550D7}" destId="{084A864F-F68A-4480-8688-0F02338B3CDC}" srcOrd="3" destOrd="0" presId="urn:microsoft.com/office/officeart/2005/8/layout/orgChart1"/>
    <dgm:cxn modelId="{CB49350E-E82D-4CEE-B1B4-07A00BB44D10}" type="presParOf" srcId="{084A864F-F68A-4480-8688-0F02338B3CDC}" destId="{F36AB74C-8F6A-41AC-9D6F-C6AB57C393FF}" srcOrd="0" destOrd="0" presId="urn:microsoft.com/office/officeart/2005/8/layout/orgChart1"/>
    <dgm:cxn modelId="{516C84F3-C511-4B59-A099-6927E37368CB}" type="presParOf" srcId="{F36AB74C-8F6A-41AC-9D6F-C6AB57C393FF}" destId="{53381643-0092-4D91-9F61-B858FC056129}" srcOrd="0" destOrd="0" presId="urn:microsoft.com/office/officeart/2005/8/layout/orgChart1"/>
    <dgm:cxn modelId="{0DCD6C11-4352-459F-BED8-88C7518ED9D7}" type="presParOf" srcId="{F36AB74C-8F6A-41AC-9D6F-C6AB57C393FF}" destId="{7D75F393-2817-4609-B6DF-6886BFE52137}" srcOrd="1" destOrd="0" presId="urn:microsoft.com/office/officeart/2005/8/layout/orgChart1"/>
    <dgm:cxn modelId="{C26DB3A0-E1B4-4F87-8FE1-8ADC4339DA7C}" type="presParOf" srcId="{084A864F-F68A-4480-8688-0F02338B3CDC}" destId="{81F99AF5-6315-44E2-A26C-70BE32F338FB}" srcOrd="1" destOrd="0" presId="urn:microsoft.com/office/officeart/2005/8/layout/orgChart1"/>
    <dgm:cxn modelId="{4AF0E375-3623-4452-BC2C-75FAB2B3FFDD}" type="presParOf" srcId="{084A864F-F68A-4480-8688-0F02338B3CDC}" destId="{1CC881CC-0C43-4DCA-8149-9A3143C1A146}" srcOrd="2" destOrd="0" presId="urn:microsoft.com/office/officeart/2005/8/layout/orgChart1"/>
    <dgm:cxn modelId="{21C356A9-E8F4-4716-A418-92D4242EB9EF}" type="presParOf" srcId="{DC8D1F74-6BEC-4A83-8AEA-176A61C2AA04}" destId="{9FC0980D-4185-43FB-82F4-C86AFD2DEE26}" srcOrd="2" destOrd="0" presId="urn:microsoft.com/office/officeart/2005/8/layout/orgChart1"/>
    <dgm:cxn modelId="{7639F5B1-DF7B-4FFE-BED3-2A7F69F26994}" type="presParOf" srcId="{B97EF406-1247-4C64-8C0F-55349B6F4F6C}" destId="{0BB463F2-3360-4696-B61B-2107C30D4B33}" srcOrd="2" destOrd="0" presId="urn:microsoft.com/office/officeart/2005/8/layout/orgChart1"/>
    <dgm:cxn modelId="{B809B36A-165C-4D8E-AED8-A80552AEE563}" type="presParOf" srcId="{B97EF406-1247-4C64-8C0F-55349B6F4F6C}" destId="{D67CE15A-F5CC-4C24-8D28-FAF0DFBDC821}" srcOrd="3" destOrd="0" presId="urn:microsoft.com/office/officeart/2005/8/layout/orgChart1"/>
    <dgm:cxn modelId="{1F039B68-6925-433C-B3B6-5E1DAD7C0543}" type="presParOf" srcId="{D67CE15A-F5CC-4C24-8D28-FAF0DFBDC821}" destId="{E7CE6977-3466-458A-BFE9-36F95026DFFD}" srcOrd="0" destOrd="0" presId="urn:microsoft.com/office/officeart/2005/8/layout/orgChart1"/>
    <dgm:cxn modelId="{C6E4D033-F83E-4441-8039-82CD19DF64DA}" type="presParOf" srcId="{E7CE6977-3466-458A-BFE9-36F95026DFFD}" destId="{5D53ACB1-5DA1-4DC6-9436-3B16C853AFBD}" srcOrd="0" destOrd="0" presId="urn:microsoft.com/office/officeart/2005/8/layout/orgChart1"/>
    <dgm:cxn modelId="{B0C9D242-8C43-439E-B995-A02D0D8E4AB9}" type="presParOf" srcId="{E7CE6977-3466-458A-BFE9-36F95026DFFD}" destId="{3F761200-6ECA-4E23-A876-3983D7639690}" srcOrd="1" destOrd="0" presId="urn:microsoft.com/office/officeart/2005/8/layout/orgChart1"/>
    <dgm:cxn modelId="{819FE36B-BBC1-42B0-BC11-B57A8EA59DB9}" type="presParOf" srcId="{D67CE15A-F5CC-4C24-8D28-FAF0DFBDC821}" destId="{7D0257A9-4EC3-4214-907D-DEF6BFB8A155}" srcOrd="1" destOrd="0" presId="urn:microsoft.com/office/officeart/2005/8/layout/orgChart1"/>
    <dgm:cxn modelId="{E8D723FC-5FE9-4326-9352-D33EC0946348}" type="presParOf" srcId="{7D0257A9-4EC3-4214-907D-DEF6BFB8A155}" destId="{A297315A-AD7E-49CE-8A12-F1B3EF43CC54}" srcOrd="0" destOrd="0" presId="urn:microsoft.com/office/officeart/2005/8/layout/orgChart1"/>
    <dgm:cxn modelId="{A1A64F65-6D66-496B-82CA-0948FA4AB361}" type="presParOf" srcId="{7D0257A9-4EC3-4214-907D-DEF6BFB8A155}" destId="{DC3A83ED-F871-4B8D-AED7-8D24E1B9DFAA}" srcOrd="1" destOrd="0" presId="urn:microsoft.com/office/officeart/2005/8/layout/orgChart1"/>
    <dgm:cxn modelId="{2A497759-6732-4244-BB74-4DFBC0C12FBF}" type="presParOf" srcId="{DC3A83ED-F871-4B8D-AED7-8D24E1B9DFAA}" destId="{6B5A26B6-F4C0-43F9-A91E-2656D9032D50}" srcOrd="0" destOrd="0" presId="urn:microsoft.com/office/officeart/2005/8/layout/orgChart1"/>
    <dgm:cxn modelId="{4A38715F-865A-4D9A-B373-9132598462CE}" type="presParOf" srcId="{6B5A26B6-F4C0-43F9-A91E-2656D9032D50}" destId="{5BBC8D6A-5189-4E54-BC4E-9F934964259F}" srcOrd="0" destOrd="0" presId="urn:microsoft.com/office/officeart/2005/8/layout/orgChart1"/>
    <dgm:cxn modelId="{B84404CB-15FE-4D52-AC81-274857E62E72}" type="presParOf" srcId="{6B5A26B6-F4C0-43F9-A91E-2656D9032D50}" destId="{5D2F7035-A1A5-4D41-9B6A-9548CF67E4E3}" srcOrd="1" destOrd="0" presId="urn:microsoft.com/office/officeart/2005/8/layout/orgChart1"/>
    <dgm:cxn modelId="{8242EE30-ECF5-45B6-A744-01F1F87EC2B2}" type="presParOf" srcId="{DC3A83ED-F871-4B8D-AED7-8D24E1B9DFAA}" destId="{41BCEB1A-FA5E-469D-AD6B-2CDF889CDA45}" srcOrd="1" destOrd="0" presId="urn:microsoft.com/office/officeart/2005/8/layout/orgChart1"/>
    <dgm:cxn modelId="{54AA64BA-B10E-4128-AF97-82BEF1ADC430}" type="presParOf" srcId="{DC3A83ED-F871-4B8D-AED7-8D24E1B9DFAA}" destId="{B0A8169D-FF46-47AC-8795-134163AE3309}" srcOrd="2" destOrd="0" presId="urn:microsoft.com/office/officeart/2005/8/layout/orgChart1"/>
    <dgm:cxn modelId="{BC268511-4EAB-49DF-B625-3C5852C36DBC}" type="presParOf" srcId="{7D0257A9-4EC3-4214-907D-DEF6BFB8A155}" destId="{84CFE70B-632B-402B-9D55-F3FDDA250CB5}" srcOrd="2" destOrd="0" presId="urn:microsoft.com/office/officeart/2005/8/layout/orgChart1"/>
    <dgm:cxn modelId="{E7D068B6-952D-4C8F-BB54-24A06325F427}" type="presParOf" srcId="{7D0257A9-4EC3-4214-907D-DEF6BFB8A155}" destId="{D3DF3EF8-B9FF-403B-B512-4C41EC1C3B44}" srcOrd="3" destOrd="0" presId="urn:microsoft.com/office/officeart/2005/8/layout/orgChart1"/>
    <dgm:cxn modelId="{66BE6363-408B-417E-9C9F-172F853E254D}" type="presParOf" srcId="{D3DF3EF8-B9FF-403B-B512-4C41EC1C3B44}" destId="{4174A2AD-B362-446C-9CEC-A2A517C2D718}" srcOrd="0" destOrd="0" presId="urn:microsoft.com/office/officeart/2005/8/layout/orgChart1"/>
    <dgm:cxn modelId="{B997CC63-0FB1-4D41-A459-903F793606E3}" type="presParOf" srcId="{4174A2AD-B362-446C-9CEC-A2A517C2D718}" destId="{00094EE3-9518-472B-9F1F-C6BB8A1B3715}" srcOrd="0" destOrd="0" presId="urn:microsoft.com/office/officeart/2005/8/layout/orgChart1"/>
    <dgm:cxn modelId="{F1DDAEA6-4DE5-4F73-8230-538B0162BBC9}" type="presParOf" srcId="{4174A2AD-B362-446C-9CEC-A2A517C2D718}" destId="{32D51117-97CA-4D8E-AEBE-50AA6AD863DF}" srcOrd="1" destOrd="0" presId="urn:microsoft.com/office/officeart/2005/8/layout/orgChart1"/>
    <dgm:cxn modelId="{E4C1CAD8-08DA-490D-89EA-B510F2F626AF}" type="presParOf" srcId="{D3DF3EF8-B9FF-403B-B512-4C41EC1C3B44}" destId="{138E55B8-D2BD-457F-8D74-E7A0979B19D8}" srcOrd="1" destOrd="0" presId="urn:microsoft.com/office/officeart/2005/8/layout/orgChart1"/>
    <dgm:cxn modelId="{219463A7-E108-498B-9475-541EC120D7F1}" type="presParOf" srcId="{D3DF3EF8-B9FF-403B-B512-4C41EC1C3B44}" destId="{3EAB4CB2-FA19-47C4-9752-34BE5DB47C61}" srcOrd="2" destOrd="0" presId="urn:microsoft.com/office/officeart/2005/8/layout/orgChart1"/>
    <dgm:cxn modelId="{1AD3A394-B607-47E8-9D39-17F05E89D9C6}" type="presParOf" srcId="{7D0257A9-4EC3-4214-907D-DEF6BFB8A155}" destId="{A8836394-CDFA-45E2-84BA-04B7E6FB287D}" srcOrd="4" destOrd="0" presId="urn:microsoft.com/office/officeart/2005/8/layout/orgChart1"/>
    <dgm:cxn modelId="{BA565162-E775-47E2-927E-24B917D49738}" type="presParOf" srcId="{7D0257A9-4EC3-4214-907D-DEF6BFB8A155}" destId="{788559B0-9097-4005-841D-37FAB0C74678}" srcOrd="5" destOrd="0" presId="urn:microsoft.com/office/officeart/2005/8/layout/orgChart1"/>
    <dgm:cxn modelId="{A75325DD-364D-47E7-B7CC-FFCA3CB3EB4C}" type="presParOf" srcId="{788559B0-9097-4005-841D-37FAB0C74678}" destId="{9FD8D7C1-AFDA-4199-A323-89CED017EEF3}" srcOrd="0" destOrd="0" presId="urn:microsoft.com/office/officeart/2005/8/layout/orgChart1"/>
    <dgm:cxn modelId="{EBBE8E20-6A87-4532-8066-EE1BD06A89E8}" type="presParOf" srcId="{9FD8D7C1-AFDA-4199-A323-89CED017EEF3}" destId="{F8DFAA57-91CE-4825-8353-89302DB67498}" srcOrd="0" destOrd="0" presId="urn:microsoft.com/office/officeart/2005/8/layout/orgChart1"/>
    <dgm:cxn modelId="{EDD10C53-2167-4E3C-982C-A3D0A1E07408}" type="presParOf" srcId="{9FD8D7C1-AFDA-4199-A323-89CED017EEF3}" destId="{7A915B0C-9B83-4069-A67B-3D3DFCA15B31}" srcOrd="1" destOrd="0" presId="urn:microsoft.com/office/officeart/2005/8/layout/orgChart1"/>
    <dgm:cxn modelId="{A66D5291-4A43-40D2-936F-02F66E0FF556}" type="presParOf" srcId="{788559B0-9097-4005-841D-37FAB0C74678}" destId="{B1272C14-9F4A-49B2-AD6D-0B1E7DBCE868}" srcOrd="1" destOrd="0" presId="urn:microsoft.com/office/officeart/2005/8/layout/orgChart1"/>
    <dgm:cxn modelId="{E800DC0A-DED9-425B-B2A5-4A4777151650}" type="presParOf" srcId="{788559B0-9097-4005-841D-37FAB0C74678}" destId="{96CE0370-7821-4185-980A-EBE340EEF667}" srcOrd="2" destOrd="0" presId="urn:microsoft.com/office/officeart/2005/8/layout/orgChart1"/>
    <dgm:cxn modelId="{AA083F3A-3E4C-4E79-983B-2636D8BD4E62}" type="presParOf" srcId="{D67CE15A-F5CC-4C24-8D28-FAF0DFBDC821}" destId="{2A60D470-A908-43C6-A84C-D6CA31E63C4F}" srcOrd="2" destOrd="0" presId="urn:microsoft.com/office/officeart/2005/8/layout/orgChart1"/>
    <dgm:cxn modelId="{B025C6F6-EAE4-4C7A-9820-2B49F4F21C30}" type="presParOf" srcId="{B97EF406-1247-4C64-8C0F-55349B6F4F6C}" destId="{1EFC1431-A976-4E51-974D-7CA1B75B3245}" srcOrd="4" destOrd="0" presId="urn:microsoft.com/office/officeart/2005/8/layout/orgChart1"/>
    <dgm:cxn modelId="{EAD4F78C-3A39-4D9E-8749-2B2AFD8B5A81}" type="presParOf" srcId="{B97EF406-1247-4C64-8C0F-55349B6F4F6C}" destId="{F22244AD-9AC7-434C-9287-854D13CBF28C}" srcOrd="5" destOrd="0" presId="urn:microsoft.com/office/officeart/2005/8/layout/orgChart1"/>
    <dgm:cxn modelId="{F30B88A7-AFA6-4685-8136-D107BBB0CAFB}" type="presParOf" srcId="{F22244AD-9AC7-434C-9287-854D13CBF28C}" destId="{0FAD0946-DC15-4FF4-BE5A-721136F0D0F5}" srcOrd="0" destOrd="0" presId="urn:microsoft.com/office/officeart/2005/8/layout/orgChart1"/>
    <dgm:cxn modelId="{44A921DF-0339-4D34-BF82-C8E065354070}" type="presParOf" srcId="{0FAD0946-DC15-4FF4-BE5A-721136F0D0F5}" destId="{60E29F7B-2C9B-44D5-A986-513D6ED2D128}" srcOrd="0" destOrd="0" presId="urn:microsoft.com/office/officeart/2005/8/layout/orgChart1"/>
    <dgm:cxn modelId="{7B1BA54A-7208-4CAC-8E34-736836D5E03C}" type="presParOf" srcId="{0FAD0946-DC15-4FF4-BE5A-721136F0D0F5}" destId="{24118627-A226-40CC-A5B4-BD854D404019}" srcOrd="1" destOrd="0" presId="urn:microsoft.com/office/officeart/2005/8/layout/orgChart1"/>
    <dgm:cxn modelId="{9589DE70-29F8-4188-BAC2-4F0DA67F9FFC}" type="presParOf" srcId="{F22244AD-9AC7-434C-9287-854D13CBF28C}" destId="{76C2BBE8-6427-44C6-ADB2-E11204AB1883}" srcOrd="1" destOrd="0" presId="urn:microsoft.com/office/officeart/2005/8/layout/orgChart1"/>
    <dgm:cxn modelId="{009C4B03-F4FE-4202-941E-F147A2A423D5}" type="presParOf" srcId="{76C2BBE8-6427-44C6-ADB2-E11204AB1883}" destId="{59C0CA7C-A222-4638-8108-87FB177D045B}" srcOrd="0" destOrd="0" presId="urn:microsoft.com/office/officeart/2005/8/layout/orgChart1"/>
    <dgm:cxn modelId="{5CF10489-182B-40E0-B5E3-E8830769B341}" type="presParOf" srcId="{76C2BBE8-6427-44C6-ADB2-E11204AB1883}" destId="{56A92EEB-2A63-4AAC-AAC7-E2EBCF805DE3}" srcOrd="1" destOrd="0" presId="urn:microsoft.com/office/officeart/2005/8/layout/orgChart1"/>
    <dgm:cxn modelId="{3314527C-0A87-42F5-A1CD-078167AC7E71}" type="presParOf" srcId="{56A92EEB-2A63-4AAC-AAC7-E2EBCF805DE3}" destId="{16D508B9-518B-4ADE-91F6-B420045A85CD}" srcOrd="0" destOrd="0" presId="urn:microsoft.com/office/officeart/2005/8/layout/orgChart1"/>
    <dgm:cxn modelId="{2A1992FF-6755-487C-80DB-90C3EEAAE083}" type="presParOf" srcId="{16D508B9-518B-4ADE-91F6-B420045A85CD}" destId="{EBC86C68-03F6-4456-BF0D-3DE685E7DF26}" srcOrd="0" destOrd="0" presId="urn:microsoft.com/office/officeart/2005/8/layout/orgChart1"/>
    <dgm:cxn modelId="{A8431CE3-CEEA-4A21-BBA4-1FB395581062}" type="presParOf" srcId="{16D508B9-518B-4ADE-91F6-B420045A85CD}" destId="{4B4DBA1F-ACB8-4FA2-BA66-77BA9824A90F}" srcOrd="1" destOrd="0" presId="urn:microsoft.com/office/officeart/2005/8/layout/orgChart1"/>
    <dgm:cxn modelId="{417DD141-5B1B-45F9-ACC8-4CF390EDF9E7}" type="presParOf" srcId="{56A92EEB-2A63-4AAC-AAC7-E2EBCF805DE3}" destId="{B8BA1456-3D82-4671-A239-62A46DD65F46}" srcOrd="1" destOrd="0" presId="urn:microsoft.com/office/officeart/2005/8/layout/orgChart1"/>
    <dgm:cxn modelId="{83AA5555-6B43-4F00-B370-A3CF5EB67DC8}" type="presParOf" srcId="{56A92EEB-2A63-4AAC-AAC7-E2EBCF805DE3}" destId="{8F29E512-7D8A-4A27-BC10-0C3FCF9290D8}" srcOrd="2" destOrd="0" presId="urn:microsoft.com/office/officeart/2005/8/layout/orgChart1"/>
    <dgm:cxn modelId="{0BF63269-FB23-4B0D-99DC-3B107A87DCC9}" type="presParOf" srcId="{76C2BBE8-6427-44C6-ADB2-E11204AB1883}" destId="{C7D83927-58A0-42AC-8BF0-4C88D977020E}" srcOrd="2" destOrd="0" presId="urn:microsoft.com/office/officeart/2005/8/layout/orgChart1"/>
    <dgm:cxn modelId="{CB930F1B-ACD0-40CD-A0B2-DC35D7988096}" type="presParOf" srcId="{76C2BBE8-6427-44C6-ADB2-E11204AB1883}" destId="{7B33B568-4C06-4C60-953C-77702EA7583B}" srcOrd="3" destOrd="0" presId="urn:microsoft.com/office/officeart/2005/8/layout/orgChart1"/>
    <dgm:cxn modelId="{F27E1063-BB42-4822-BB40-CF918C441736}" type="presParOf" srcId="{7B33B568-4C06-4C60-953C-77702EA7583B}" destId="{89D21A10-410D-4624-9135-DFDC96917474}" srcOrd="0" destOrd="0" presId="urn:microsoft.com/office/officeart/2005/8/layout/orgChart1"/>
    <dgm:cxn modelId="{55130BFA-941F-457D-9632-B9A3FBAB28B9}" type="presParOf" srcId="{89D21A10-410D-4624-9135-DFDC96917474}" destId="{0538326D-8E6C-4D98-8C84-FC0E802AEBC5}" srcOrd="0" destOrd="0" presId="urn:microsoft.com/office/officeart/2005/8/layout/orgChart1"/>
    <dgm:cxn modelId="{D90C739C-4442-4912-8F68-FC72188B2589}" type="presParOf" srcId="{89D21A10-410D-4624-9135-DFDC96917474}" destId="{0C6D0E4B-A58E-455F-8B5C-B1630A073858}" srcOrd="1" destOrd="0" presId="urn:microsoft.com/office/officeart/2005/8/layout/orgChart1"/>
    <dgm:cxn modelId="{5C9F73CE-1D2E-40E1-9DC5-ED51F5C5A1D8}" type="presParOf" srcId="{7B33B568-4C06-4C60-953C-77702EA7583B}" destId="{2BF7F580-4744-44DF-8684-38A224788DEF}" srcOrd="1" destOrd="0" presId="urn:microsoft.com/office/officeart/2005/8/layout/orgChart1"/>
    <dgm:cxn modelId="{09172E23-BD69-44ED-B341-BC98E2A4E1B9}" type="presParOf" srcId="{7B33B568-4C06-4C60-953C-77702EA7583B}" destId="{AF7E2C0D-36F6-4967-B526-C436ACECF540}" srcOrd="2" destOrd="0" presId="urn:microsoft.com/office/officeart/2005/8/layout/orgChart1"/>
    <dgm:cxn modelId="{7DB59330-214D-4B65-88F5-A6399AD68CDF}" type="presParOf" srcId="{76C2BBE8-6427-44C6-ADB2-E11204AB1883}" destId="{CED237BB-0E02-41F1-995A-B8D49BFE6C85}" srcOrd="4" destOrd="0" presId="urn:microsoft.com/office/officeart/2005/8/layout/orgChart1"/>
    <dgm:cxn modelId="{4A095DDF-20A4-4D97-8D50-7D8FD429C23F}" type="presParOf" srcId="{76C2BBE8-6427-44C6-ADB2-E11204AB1883}" destId="{971A0646-88CA-4331-8C78-6B3F8D8D9649}" srcOrd="5" destOrd="0" presId="urn:microsoft.com/office/officeart/2005/8/layout/orgChart1"/>
    <dgm:cxn modelId="{11A7E7F3-D4F9-44FE-A9A7-7201869610F0}" type="presParOf" srcId="{971A0646-88CA-4331-8C78-6B3F8D8D9649}" destId="{6B1DA3C8-665C-4C25-9344-0DD4CBD6BCF2}" srcOrd="0" destOrd="0" presId="urn:microsoft.com/office/officeart/2005/8/layout/orgChart1"/>
    <dgm:cxn modelId="{AFDB5EA9-C464-43F6-A5AD-CD8FA0C8B8F0}" type="presParOf" srcId="{6B1DA3C8-665C-4C25-9344-0DD4CBD6BCF2}" destId="{C5D51485-EA35-4692-B375-3CB311520412}" srcOrd="0" destOrd="0" presId="urn:microsoft.com/office/officeart/2005/8/layout/orgChart1"/>
    <dgm:cxn modelId="{2FF288D3-0043-458F-BB33-40E4CE0D483A}" type="presParOf" srcId="{6B1DA3C8-665C-4C25-9344-0DD4CBD6BCF2}" destId="{FF09BCB0-95AE-41CD-AEF3-F2F3665CB7E5}" srcOrd="1" destOrd="0" presId="urn:microsoft.com/office/officeart/2005/8/layout/orgChart1"/>
    <dgm:cxn modelId="{78E0308B-3832-4B07-8BEE-4EA064EBF95D}" type="presParOf" srcId="{971A0646-88CA-4331-8C78-6B3F8D8D9649}" destId="{5D92E9A0-E61C-4AFC-92CB-9AAD31110579}" srcOrd="1" destOrd="0" presId="urn:microsoft.com/office/officeart/2005/8/layout/orgChart1"/>
    <dgm:cxn modelId="{7FA835FA-C90C-47AE-8A50-A76742658601}" type="presParOf" srcId="{971A0646-88CA-4331-8C78-6B3F8D8D9649}" destId="{CE14FC5A-7467-4AD0-9B1F-CB9147CABD5A}" srcOrd="2" destOrd="0" presId="urn:microsoft.com/office/officeart/2005/8/layout/orgChart1"/>
    <dgm:cxn modelId="{5BDFD81F-8EED-4625-A806-0A54655B2E45}" type="presParOf" srcId="{F22244AD-9AC7-434C-9287-854D13CBF28C}" destId="{6EA20ED7-B712-431F-877E-57371FE7E9EB}" srcOrd="2" destOrd="0" presId="urn:microsoft.com/office/officeart/2005/8/layout/orgChart1"/>
    <dgm:cxn modelId="{5AC33894-B753-4637-93BD-FA308F3BF591}" type="presParOf" srcId="{B97EF406-1247-4C64-8C0F-55349B6F4F6C}" destId="{F39A06D2-9754-46ED-B733-A355304D4DB7}" srcOrd="6" destOrd="0" presId="urn:microsoft.com/office/officeart/2005/8/layout/orgChart1"/>
    <dgm:cxn modelId="{825B57A5-EF9F-4000-93F0-B81778F66FD0}" type="presParOf" srcId="{B97EF406-1247-4C64-8C0F-55349B6F4F6C}" destId="{53232A6B-89DF-4016-BFFE-02A81D507D66}" srcOrd="7" destOrd="0" presId="urn:microsoft.com/office/officeart/2005/8/layout/orgChart1"/>
    <dgm:cxn modelId="{F6DBA520-3E57-4123-8B45-BF79D2071BDE}" type="presParOf" srcId="{53232A6B-89DF-4016-BFFE-02A81D507D66}" destId="{A3864C32-8041-4335-8F87-30AFF5DBD334}" srcOrd="0" destOrd="0" presId="urn:microsoft.com/office/officeart/2005/8/layout/orgChart1"/>
    <dgm:cxn modelId="{008AC6D4-5DC0-4FFF-9064-1C7387F058DD}" type="presParOf" srcId="{A3864C32-8041-4335-8F87-30AFF5DBD334}" destId="{9A6ACC15-E7F8-45BE-AFA5-71765FABBC87}" srcOrd="0" destOrd="0" presId="urn:microsoft.com/office/officeart/2005/8/layout/orgChart1"/>
    <dgm:cxn modelId="{F90FBE72-67E0-44E8-B126-F4D29656464C}" type="presParOf" srcId="{A3864C32-8041-4335-8F87-30AFF5DBD334}" destId="{9AD027C8-48FE-42E2-B904-75C70D4E1779}" srcOrd="1" destOrd="0" presId="urn:microsoft.com/office/officeart/2005/8/layout/orgChart1"/>
    <dgm:cxn modelId="{3C5DC288-8DB8-409A-A7BA-51627C005774}" type="presParOf" srcId="{53232A6B-89DF-4016-BFFE-02A81D507D66}" destId="{36C1505F-2BCE-432F-85B0-4EB9466A2A90}" srcOrd="1" destOrd="0" presId="urn:microsoft.com/office/officeart/2005/8/layout/orgChart1"/>
    <dgm:cxn modelId="{B62C6454-AB06-4D2B-907A-2464857AEA31}" type="presParOf" srcId="{53232A6B-89DF-4016-BFFE-02A81D507D66}" destId="{40999D11-022E-40A7-A586-88AB5E0C7FB6}" srcOrd="2" destOrd="0" presId="urn:microsoft.com/office/officeart/2005/8/layout/orgChart1"/>
    <dgm:cxn modelId="{4E92AE0A-5312-4992-ABBE-1227AF3620F6}" type="presParOf" srcId="{B97EF406-1247-4C64-8C0F-55349B6F4F6C}" destId="{6E7D16C6-571A-48A9-807A-ED3F03C49D27}" srcOrd="8" destOrd="0" presId="urn:microsoft.com/office/officeart/2005/8/layout/orgChart1"/>
    <dgm:cxn modelId="{7A8265A7-7083-4D83-8944-876167EF7F16}" type="presParOf" srcId="{B97EF406-1247-4C64-8C0F-55349B6F4F6C}" destId="{5C5033CE-F00D-4426-913C-6594A9DE5D33}" srcOrd="9" destOrd="0" presId="urn:microsoft.com/office/officeart/2005/8/layout/orgChart1"/>
    <dgm:cxn modelId="{83D3E6F0-C481-4A50-8F8C-1A9EE59B7939}" type="presParOf" srcId="{5C5033CE-F00D-4426-913C-6594A9DE5D33}" destId="{D3AEC796-0632-4FB7-9A4F-FEB87075AB5C}" srcOrd="0" destOrd="0" presId="urn:microsoft.com/office/officeart/2005/8/layout/orgChart1"/>
    <dgm:cxn modelId="{FE4DB40B-78DA-449D-9226-14A9EAC7BF67}" type="presParOf" srcId="{D3AEC796-0632-4FB7-9A4F-FEB87075AB5C}" destId="{4AB8B5DB-7B85-4076-93B6-90932F08B372}" srcOrd="0" destOrd="0" presId="urn:microsoft.com/office/officeart/2005/8/layout/orgChart1"/>
    <dgm:cxn modelId="{0EE7CF52-05F2-4B0F-A6C9-E1A2F9929607}" type="presParOf" srcId="{D3AEC796-0632-4FB7-9A4F-FEB87075AB5C}" destId="{BDFBFC72-2697-43C0-85C9-F3D2CC9EE323}" srcOrd="1" destOrd="0" presId="urn:microsoft.com/office/officeart/2005/8/layout/orgChart1"/>
    <dgm:cxn modelId="{8D01DDEC-02B9-4196-AE63-6E0EBB380A17}" type="presParOf" srcId="{5C5033CE-F00D-4426-913C-6594A9DE5D33}" destId="{0A1AB031-51C4-4B41-B533-912EA4B0DCA0}" srcOrd="1" destOrd="0" presId="urn:microsoft.com/office/officeart/2005/8/layout/orgChart1"/>
    <dgm:cxn modelId="{3BFF5808-30AE-43A4-BAB0-55F132BD212A}" type="presParOf" srcId="{5C5033CE-F00D-4426-913C-6594A9DE5D33}" destId="{9188FF02-8CA3-4B75-AC1C-868C6933ABCA}" srcOrd="2" destOrd="0" presId="urn:microsoft.com/office/officeart/2005/8/layout/orgChart1"/>
    <dgm:cxn modelId="{6DCD276B-8C99-47E8-A076-E8D9A68B06C6}" type="presParOf" srcId="{B97EF406-1247-4C64-8C0F-55349B6F4F6C}" destId="{2620F753-65B6-4532-849D-73361D4DF87C}" srcOrd="10" destOrd="0" presId="urn:microsoft.com/office/officeart/2005/8/layout/orgChart1"/>
    <dgm:cxn modelId="{2F143B69-EBE7-4CE7-99A1-5C39E64899B1}" type="presParOf" srcId="{B97EF406-1247-4C64-8C0F-55349B6F4F6C}" destId="{C8AFAF65-E7EC-4532-805B-04F51A2A9822}" srcOrd="11" destOrd="0" presId="urn:microsoft.com/office/officeart/2005/8/layout/orgChart1"/>
    <dgm:cxn modelId="{556B15FA-3316-43D7-B7E0-C2E41ECB80B7}" type="presParOf" srcId="{C8AFAF65-E7EC-4532-805B-04F51A2A9822}" destId="{C7AAFD64-1983-4449-8B34-0C8FF5194797}" srcOrd="0" destOrd="0" presId="urn:microsoft.com/office/officeart/2005/8/layout/orgChart1"/>
    <dgm:cxn modelId="{17AA4E61-5330-4A57-B6DF-5E4EB0393CEB}" type="presParOf" srcId="{C7AAFD64-1983-4449-8B34-0C8FF5194797}" destId="{2EC74CA9-01E8-46E8-9D62-213BC11820E4}" srcOrd="0" destOrd="0" presId="urn:microsoft.com/office/officeart/2005/8/layout/orgChart1"/>
    <dgm:cxn modelId="{938E311A-9A06-4671-BD5D-DCBC5B9F9EA3}" type="presParOf" srcId="{C7AAFD64-1983-4449-8B34-0C8FF5194797}" destId="{171330E8-9A12-464C-AB44-DBC7319B938E}" srcOrd="1" destOrd="0" presId="urn:microsoft.com/office/officeart/2005/8/layout/orgChart1"/>
    <dgm:cxn modelId="{CE2937A0-231D-47E4-8E94-539138288F3D}" type="presParOf" srcId="{C8AFAF65-E7EC-4532-805B-04F51A2A9822}" destId="{61D48864-BDD2-497C-BDC0-987C4C0A94CE}" srcOrd="1" destOrd="0" presId="urn:microsoft.com/office/officeart/2005/8/layout/orgChart1"/>
    <dgm:cxn modelId="{AC7AE780-8D19-4FF1-BDF3-1A5944D053E6}" type="presParOf" srcId="{C8AFAF65-E7EC-4532-805B-04F51A2A9822}" destId="{8AEAEDC9-9490-40FA-A811-9D10043614F7}" srcOrd="2" destOrd="0" presId="urn:microsoft.com/office/officeart/2005/8/layout/orgChart1"/>
    <dgm:cxn modelId="{1596CF8D-C8D0-4F00-8D42-3BB43D9A3336}" type="presParOf" srcId="{E57CA317-5D2E-44E7-85DE-6779BE452872}" destId="{A0AAADDC-FE5C-4815-9D61-C4D2888B35F3}" srcOrd="2" destOrd="0" presId="urn:microsoft.com/office/officeart/2005/8/layout/orgChart1"/>
    <dgm:cxn modelId="{4C494F2D-D294-47BD-832D-C02D83103807}" type="presParOf" srcId="{64D991E4-34D1-4F2B-80C5-6D28ED1D6E6A}" destId="{FCD18B93-BC4C-4830-B01F-86566FE81F00}" srcOrd="2" destOrd="0" presId="urn:microsoft.com/office/officeart/2005/8/layout/orgChart1"/>
    <dgm:cxn modelId="{BF53C8B5-7BEC-4821-B439-50852538FFE6}" type="presParOf" srcId="{C3161646-277C-458C-8652-2E0943DDDF4D}" destId="{2BEB6E60-6CC4-4C6A-8A8F-970A28E98BD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FD6541-F68F-4A60-850D-28127D16AD25}" type="doc">
      <dgm:prSet loTypeId="urn:microsoft.com/office/officeart/2005/8/layout/orgChart1" loCatId="hierarchy" qsTypeId="urn:microsoft.com/office/officeart/2005/8/quickstyle/simple1" qsCatId="simple" csTypeId="urn:microsoft.com/office/officeart/2005/8/colors/accent0_1" csCatId="mainScheme" phldr="1"/>
      <dgm:spPr/>
      <dgm:t>
        <a:bodyPr/>
        <a:lstStyle/>
        <a:p>
          <a:endParaRPr lang="en-IN"/>
        </a:p>
      </dgm:t>
    </dgm:pt>
    <dgm:pt modelId="{D00E6738-D1DB-4E95-B713-B36A67722E31}">
      <dgm:prSet phldrT="[Text]"/>
      <dgm:spPr/>
      <dgm:t>
        <a:bodyPr/>
        <a:lstStyle/>
        <a:p>
          <a:r>
            <a:rPr lang="en-US" dirty="0"/>
            <a:t>runs</a:t>
          </a:r>
          <a:endParaRPr lang="en-IN" dirty="0"/>
        </a:p>
      </dgm:t>
    </dgm:pt>
    <dgm:pt modelId="{A0C3F7E0-98C2-42DA-A98E-C2C2DAE1158A}" type="parTrans" cxnId="{C879ADF9-A168-4469-8062-8099FF1E971E}">
      <dgm:prSet/>
      <dgm:spPr/>
      <dgm:t>
        <a:bodyPr/>
        <a:lstStyle/>
        <a:p>
          <a:endParaRPr lang="en-IN"/>
        </a:p>
      </dgm:t>
    </dgm:pt>
    <dgm:pt modelId="{4EBCBA4F-22AC-4B0B-862D-33C5A5ABC4A8}" type="sibTrans" cxnId="{C879ADF9-A168-4469-8062-8099FF1E971E}">
      <dgm:prSet/>
      <dgm:spPr/>
      <dgm:t>
        <a:bodyPr/>
        <a:lstStyle/>
        <a:p>
          <a:endParaRPr lang="en-IN"/>
        </a:p>
      </dgm:t>
    </dgm:pt>
    <dgm:pt modelId="{083B45BE-504E-4C65-908C-3A30D4C4E1AE}">
      <dgm:prSet phldrT="[Text]"/>
      <dgm:spPr/>
      <dgm:t>
        <a:bodyPr/>
        <a:lstStyle/>
        <a:p>
          <a:r>
            <a:rPr lang="en-US" dirty="0"/>
            <a:t>detect</a:t>
          </a:r>
          <a:endParaRPr lang="en-IN" dirty="0"/>
        </a:p>
      </dgm:t>
    </dgm:pt>
    <dgm:pt modelId="{12E118D6-07DE-43A3-9127-546695518A39}" type="parTrans" cxnId="{7C1F7F24-37EF-413D-A39B-E2EA1555511D}">
      <dgm:prSet/>
      <dgm:spPr/>
      <dgm:t>
        <a:bodyPr/>
        <a:lstStyle/>
        <a:p>
          <a:endParaRPr lang="en-IN"/>
        </a:p>
      </dgm:t>
    </dgm:pt>
    <dgm:pt modelId="{E52BCE06-6E11-417C-9253-95FB2F93C68A}" type="sibTrans" cxnId="{7C1F7F24-37EF-413D-A39B-E2EA1555511D}">
      <dgm:prSet/>
      <dgm:spPr/>
      <dgm:t>
        <a:bodyPr/>
        <a:lstStyle/>
        <a:p>
          <a:endParaRPr lang="en-IN"/>
        </a:p>
      </dgm:t>
    </dgm:pt>
    <dgm:pt modelId="{FC3AD043-8607-4653-9673-2D66CECA9CF7}">
      <dgm:prSet phldrT="[Text]"/>
      <dgm:spPr/>
      <dgm:t>
        <a:bodyPr/>
        <a:lstStyle/>
        <a:p>
          <a:r>
            <a:rPr lang="en-US" dirty="0"/>
            <a:t>train</a:t>
          </a:r>
          <a:endParaRPr lang="en-IN" dirty="0"/>
        </a:p>
      </dgm:t>
    </dgm:pt>
    <dgm:pt modelId="{EEC8BD30-197E-4FB9-8F7E-B3B4551B433A}" type="parTrans" cxnId="{63BB60B9-8A8E-4FA0-AB8C-69806269956A}">
      <dgm:prSet/>
      <dgm:spPr/>
      <dgm:t>
        <a:bodyPr/>
        <a:lstStyle/>
        <a:p>
          <a:endParaRPr lang="en-IN"/>
        </a:p>
      </dgm:t>
    </dgm:pt>
    <dgm:pt modelId="{FD827BC3-906C-4B9E-91E5-2AB0F9309F96}" type="sibTrans" cxnId="{63BB60B9-8A8E-4FA0-AB8C-69806269956A}">
      <dgm:prSet/>
      <dgm:spPr/>
      <dgm:t>
        <a:bodyPr/>
        <a:lstStyle/>
        <a:p>
          <a:endParaRPr lang="en-IN"/>
        </a:p>
      </dgm:t>
    </dgm:pt>
    <dgm:pt modelId="{E3D90614-0136-4A19-8AAD-FCEA76B6CF5D}">
      <dgm:prSet phldrT="[Text]"/>
      <dgm:spPr/>
      <dgm:t>
        <a:bodyPr/>
        <a:lstStyle/>
        <a:p>
          <a:r>
            <a:rPr lang="en-US" dirty="0"/>
            <a:t>Weights</a:t>
          </a:r>
          <a:endParaRPr lang="en-IN" dirty="0"/>
        </a:p>
      </dgm:t>
    </dgm:pt>
    <dgm:pt modelId="{025CD561-CA8C-4ED7-843C-37741CCD1C07}" type="parTrans" cxnId="{B282F334-B305-4AF3-9BFF-82350C1E871D}">
      <dgm:prSet/>
      <dgm:spPr/>
      <dgm:t>
        <a:bodyPr/>
        <a:lstStyle/>
        <a:p>
          <a:endParaRPr lang="en-IN"/>
        </a:p>
      </dgm:t>
    </dgm:pt>
    <dgm:pt modelId="{D52B654B-80CD-4617-8058-38102AD24ED8}" type="sibTrans" cxnId="{B282F334-B305-4AF3-9BFF-82350C1E871D}">
      <dgm:prSet/>
      <dgm:spPr/>
      <dgm:t>
        <a:bodyPr/>
        <a:lstStyle/>
        <a:p>
          <a:endParaRPr lang="en-IN"/>
        </a:p>
      </dgm:t>
    </dgm:pt>
    <dgm:pt modelId="{ADDA7B90-278E-475F-9A73-CF57270755FA}">
      <dgm:prSet phldrT="[Text]"/>
      <dgm:spPr/>
      <dgm:t>
        <a:bodyPr/>
        <a:lstStyle/>
        <a:p>
          <a:r>
            <a:rPr lang="en-US" dirty="0"/>
            <a:t>best.pt</a:t>
          </a:r>
          <a:endParaRPr lang="en-IN" dirty="0"/>
        </a:p>
      </dgm:t>
    </dgm:pt>
    <dgm:pt modelId="{9A0C5697-38C0-4BB7-A999-65D1FC5D933D}" type="parTrans" cxnId="{6A6F7AEE-9ACE-4702-894A-7B08C946096A}">
      <dgm:prSet/>
      <dgm:spPr/>
      <dgm:t>
        <a:bodyPr/>
        <a:lstStyle/>
        <a:p>
          <a:endParaRPr lang="en-IN"/>
        </a:p>
      </dgm:t>
    </dgm:pt>
    <dgm:pt modelId="{9F72E60A-9BE5-40FD-9F1B-5B14D146701C}" type="sibTrans" cxnId="{6A6F7AEE-9ACE-4702-894A-7B08C946096A}">
      <dgm:prSet/>
      <dgm:spPr/>
      <dgm:t>
        <a:bodyPr/>
        <a:lstStyle/>
        <a:p>
          <a:endParaRPr lang="en-IN"/>
        </a:p>
      </dgm:t>
    </dgm:pt>
    <dgm:pt modelId="{E82443FD-996F-40E5-9EE2-4CED2129A9C0}">
      <dgm:prSet phldrT="[Text]"/>
      <dgm:spPr/>
      <dgm:t>
        <a:bodyPr/>
        <a:lstStyle/>
        <a:p>
          <a:r>
            <a:rPr lang="en-US" dirty="0"/>
            <a:t>Last.pt</a:t>
          </a:r>
          <a:endParaRPr lang="en-IN" dirty="0"/>
        </a:p>
      </dgm:t>
    </dgm:pt>
    <dgm:pt modelId="{0B1CA792-272D-4F86-886A-A5BAA7EBA62F}" type="parTrans" cxnId="{3D66EAC8-7483-4A97-BBDA-102419BD309D}">
      <dgm:prSet/>
      <dgm:spPr/>
      <dgm:t>
        <a:bodyPr/>
        <a:lstStyle/>
        <a:p>
          <a:endParaRPr lang="en-IN"/>
        </a:p>
      </dgm:t>
    </dgm:pt>
    <dgm:pt modelId="{CA689B81-7CD0-442C-9BA5-C6F9DB607C8F}" type="sibTrans" cxnId="{3D66EAC8-7483-4A97-BBDA-102419BD309D}">
      <dgm:prSet/>
      <dgm:spPr/>
      <dgm:t>
        <a:bodyPr/>
        <a:lstStyle/>
        <a:p>
          <a:endParaRPr lang="en-IN"/>
        </a:p>
      </dgm:t>
    </dgm:pt>
    <dgm:pt modelId="{D21F8836-448D-4961-B355-B72522238315}" type="pres">
      <dgm:prSet presAssocID="{AFFD6541-F68F-4A60-850D-28127D16AD25}" presName="hierChild1" presStyleCnt="0">
        <dgm:presLayoutVars>
          <dgm:orgChart val="1"/>
          <dgm:chPref val="1"/>
          <dgm:dir/>
          <dgm:animOne val="branch"/>
          <dgm:animLvl val="lvl"/>
          <dgm:resizeHandles/>
        </dgm:presLayoutVars>
      </dgm:prSet>
      <dgm:spPr/>
    </dgm:pt>
    <dgm:pt modelId="{F3746070-3022-43F5-A1F7-F57A775048C1}" type="pres">
      <dgm:prSet presAssocID="{D00E6738-D1DB-4E95-B713-B36A67722E31}" presName="hierRoot1" presStyleCnt="0">
        <dgm:presLayoutVars>
          <dgm:hierBranch val="init"/>
        </dgm:presLayoutVars>
      </dgm:prSet>
      <dgm:spPr/>
    </dgm:pt>
    <dgm:pt modelId="{8D16E395-B55C-4D1C-AD35-1CA6CCA83DAA}" type="pres">
      <dgm:prSet presAssocID="{D00E6738-D1DB-4E95-B713-B36A67722E31}" presName="rootComposite1" presStyleCnt="0"/>
      <dgm:spPr/>
    </dgm:pt>
    <dgm:pt modelId="{6472A761-861D-4A68-814B-FB12238F5FBC}" type="pres">
      <dgm:prSet presAssocID="{D00E6738-D1DB-4E95-B713-B36A67722E31}" presName="rootText1" presStyleLbl="node0" presStyleIdx="0" presStyleCnt="1">
        <dgm:presLayoutVars>
          <dgm:chPref val="3"/>
        </dgm:presLayoutVars>
      </dgm:prSet>
      <dgm:spPr/>
    </dgm:pt>
    <dgm:pt modelId="{90090F28-9CC6-44F8-9A5B-33ECE0B80AF8}" type="pres">
      <dgm:prSet presAssocID="{D00E6738-D1DB-4E95-B713-B36A67722E31}" presName="rootConnector1" presStyleLbl="node1" presStyleIdx="0" presStyleCnt="0"/>
      <dgm:spPr/>
    </dgm:pt>
    <dgm:pt modelId="{1C8F6E94-89C1-4309-AD4D-551BC103CCEC}" type="pres">
      <dgm:prSet presAssocID="{D00E6738-D1DB-4E95-B713-B36A67722E31}" presName="hierChild2" presStyleCnt="0"/>
      <dgm:spPr/>
    </dgm:pt>
    <dgm:pt modelId="{3B3E79A3-A58C-4EE9-9017-A7B542266EFC}" type="pres">
      <dgm:prSet presAssocID="{12E118D6-07DE-43A3-9127-546695518A39}" presName="Name37" presStyleLbl="parChTrans1D2" presStyleIdx="0" presStyleCnt="1"/>
      <dgm:spPr/>
    </dgm:pt>
    <dgm:pt modelId="{A14B62F5-85F0-42FD-A4E8-1E0959CF67C3}" type="pres">
      <dgm:prSet presAssocID="{083B45BE-504E-4C65-908C-3A30D4C4E1AE}" presName="hierRoot2" presStyleCnt="0">
        <dgm:presLayoutVars>
          <dgm:hierBranch val="init"/>
        </dgm:presLayoutVars>
      </dgm:prSet>
      <dgm:spPr/>
    </dgm:pt>
    <dgm:pt modelId="{E75E497E-1D63-4C23-BE98-4CC8E18BEC27}" type="pres">
      <dgm:prSet presAssocID="{083B45BE-504E-4C65-908C-3A30D4C4E1AE}" presName="rootComposite" presStyleCnt="0"/>
      <dgm:spPr/>
    </dgm:pt>
    <dgm:pt modelId="{EFE2C2F4-D815-4E6D-96CE-F0BF3656DFB7}" type="pres">
      <dgm:prSet presAssocID="{083B45BE-504E-4C65-908C-3A30D4C4E1AE}" presName="rootText" presStyleLbl="node2" presStyleIdx="0" presStyleCnt="1">
        <dgm:presLayoutVars>
          <dgm:chPref val="3"/>
        </dgm:presLayoutVars>
      </dgm:prSet>
      <dgm:spPr/>
    </dgm:pt>
    <dgm:pt modelId="{55FCDFCC-A23D-4281-8378-C06ECA0BE8F4}" type="pres">
      <dgm:prSet presAssocID="{083B45BE-504E-4C65-908C-3A30D4C4E1AE}" presName="rootConnector" presStyleLbl="node2" presStyleIdx="0" presStyleCnt="1"/>
      <dgm:spPr/>
    </dgm:pt>
    <dgm:pt modelId="{40E77FAF-EFAF-4BF3-99A6-8053D561F50B}" type="pres">
      <dgm:prSet presAssocID="{083B45BE-504E-4C65-908C-3A30D4C4E1AE}" presName="hierChild4" presStyleCnt="0"/>
      <dgm:spPr/>
    </dgm:pt>
    <dgm:pt modelId="{5E0FEF5B-15E7-40DE-ABEC-34CB6036AC76}" type="pres">
      <dgm:prSet presAssocID="{EEC8BD30-197E-4FB9-8F7E-B3B4551B433A}" presName="Name37" presStyleLbl="parChTrans1D3" presStyleIdx="0" presStyleCnt="1"/>
      <dgm:spPr/>
    </dgm:pt>
    <dgm:pt modelId="{CBB5696B-B95A-4D33-A67F-F7EB63289DE4}" type="pres">
      <dgm:prSet presAssocID="{FC3AD043-8607-4653-9673-2D66CECA9CF7}" presName="hierRoot2" presStyleCnt="0">
        <dgm:presLayoutVars>
          <dgm:hierBranch val="init"/>
        </dgm:presLayoutVars>
      </dgm:prSet>
      <dgm:spPr/>
    </dgm:pt>
    <dgm:pt modelId="{A8D5BE4D-395D-48CE-BFAF-42B34E15C242}" type="pres">
      <dgm:prSet presAssocID="{FC3AD043-8607-4653-9673-2D66CECA9CF7}" presName="rootComposite" presStyleCnt="0"/>
      <dgm:spPr/>
    </dgm:pt>
    <dgm:pt modelId="{E2594431-D2FC-4658-BA9D-36CBD2BB9A32}" type="pres">
      <dgm:prSet presAssocID="{FC3AD043-8607-4653-9673-2D66CECA9CF7}" presName="rootText" presStyleLbl="node3" presStyleIdx="0" presStyleCnt="1">
        <dgm:presLayoutVars>
          <dgm:chPref val="3"/>
        </dgm:presLayoutVars>
      </dgm:prSet>
      <dgm:spPr/>
    </dgm:pt>
    <dgm:pt modelId="{D669ECF0-069A-4AA7-8AAC-618D870AD053}" type="pres">
      <dgm:prSet presAssocID="{FC3AD043-8607-4653-9673-2D66CECA9CF7}" presName="rootConnector" presStyleLbl="node3" presStyleIdx="0" presStyleCnt="1"/>
      <dgm:spPr/>
    </dgm:pt>
    <dgm:pt modelId="{3A6C909C-FD2A-40AA-824E-7FE8B18E8DF0}" type="pres">
      <dgm:prSet presAssocID="{FC3AD043-8607-4653-9673-2D66CECA9CF7}" presName="hierChild4" presStyleCnt="0"/>
      <dgm:spPr/>
    </dgm:pt>
    <dgm:pt modelId="{8EEBB5BE-2D7D-4135-A3EC-6AA3D5D60A6F}" type="pres">
      <dgm:prSet presAssocID="{025CD561-CA8C-4ED7-843C-37741CCD1C07}" presName="Name37" presStyleLbl="parChTrans1D4" presStyleIdx="0" presStyleCnt="3"/>
      <dgm:spPr/>
    </dgm:pt>
    <dgm:pt modelId="{388C051A-66A9-44B1-99A0-C56F04D4F599}" type="pres">
      <dgm:prSet presAssocID="{E3D90614-0136-4A19-8AAD-FCEA76B6CF5D}" presName="hierRoot2" presStyleCnt="0">
        <dgm:presLayoutVars>
          <dgm:hierBranch val="init"/>
        </dgm:presLayoutVars>
      </dgm:prSet>
      <dgm:spPr/>
    </dgm:pt>
    <dgm:pt modelId="{6570746E-CDC4-4D25-BD2A-8853DCFB470A}" type="pres">
      <dgm:prSet presAssocID="{E3D90614-0136-4A19-8AAD-FCEA76B6CF5D}" presName="rootComposite" presStyleCnt="0"/>
      <dgm:spPr/>
    </dgm:pt>
    <dgm:pt modelId="{183FA21D-F63C-47DC-AEFB-C9869924701E}" type="pres">
      <dgm:prSet presAssocID="{E3D90614-0136-4A19-8AAD-FCEA76B6CF5D}" presName="rootText" presStyleLbl="node4" presStyleIdx="0" presStyleCnt="3">
        <dgm:presLayoutVars>
          <dgm:chPref val="3"/>
        </dgm:presLayoutVars>
      </dgm:prSet>
      <dgm:spPr/>
    </dgm:pt>
    <dgm:pt modelId="{7DFAE24D-28D4-4388-8131-5E17A1578344}" type="pres">
      <dgm:prSet presAssocID="{E3D90614-0136-4A19-8AAD-FCEA76B6CF5D}" presName="rootConnector" presStyleLbl="node4" presStyleIdx="0" presStyleCnt="3"/>
      <dgm:spPr/>
    </dgm:pt>
    <dgm:pt modelId="{520AFE6A-4497-4A5E-9B03-F21ECDAC10F0}" type="pres">
      <dgm:prSet presAssocID="{E3D90614-0136-4A19-8AAD-FCEA76B6CF5D}" presName="hierChild4" presStyleCnt="0"/>
      <dgm:spPr/>
    </dgm:pt>
    <dgm:pt modelId="{879BE46A-AE28-400F-9C99-FD47C7D1F4E5}" type="pres">
      <dgm:prSet presAssocID="{9A0C5697-38C0-4BB7-A999-65D1FC5D933D}" presName="Name37" presStyleLbl="parChTrans1D4" presStyleIdx="1" presStyleCnt="3"/>
      <dgm:spPr/>
    </dgm:pt>
    <dgm:pt modelId="{9BC7F974-FAA1-46EF-9D12-2671A6DB5382}" type="pres">
      <dgm:prSet presAssocID="{ADDA7B90-278E-475F-9A73-CF57270755FA}" presName="hierRoot2" presStyleCnt="0">
        <dgm:presLayoutVars>
          <dgm:hierBranch val="init"/>
        </dgm:presLayoutVars>
      </dgm:prSet>
      <dgm:spPr/>
    </dgm:pt>
    <dgm:pt modelId="{741DC48B-B8FE-42CB-8145-D76A7DDA80D3}" type="pres">
      <dgm:prSet presAssocID="{ADDA7B90-278E-475F-9A73-CF57270755FA}" presName="rootComposite" presStyleCnt="0"/>
      <dgm:spPr/>
    </dgm:pt>
    <dgm:pt modelId="{A32B187E-7703-4B4D-A761-8A54DE100C19}" type="pres">
      <dgm:prSet presAssocID="{ADDA7B90-278E-475F-9A73-CF57270755FA}" presName="rootText" presStyleLbl="node4" presStyleIdx="1" presStyleCnt="3">
        <dgm:presLayoutVars>
          <dgm:chPref val="3"/>
        </dgm:presLayoutVars>
      </dgm:prSet>
      <dgm:spPr/>
    </dgm:pt>
    <dgm:pt modelId="{0F954A24-8FD0-4A5D-826D-860499E70968}" type="pres">
      <dgm:prSet presAssocID="{ADDA7B90-278E-475F-9A73-CF57270755FA}" presName="rootConnector" presStyleLbl="node4" presStyleIdx="1" presStyleCnt="3"/>
      <dgm:spPr/>
    </dgm:pt>
    <dgm:pt modelId="{A9945DFE-9E86-432C-B20E-5ECF8B33AACD}" type="pres">
      <dgm:prSet presAssocID="{ADDA7B90-278E-475F-9A73-CF57270755FA}" presName="hierChild4" presStyleCnt="0"/>
      <dgm:spPr/>
    </dgm:pt>
    <dgm:pt modelId="{2D696CBC-5729-4C1A-AC83-FC44ADCA9DB5}" type="pres">
      <dgm:prSet presAssocID="{ADDA7B90-278E-475F-9A73-CF57270755FA}" presName="hierChild5" presStyleCnt="0"/>
      <dgm:spPr/>
    </dgm:pt>
    <dgm:pt modelId="{50D6EC1E-E8B8-4C66-96B8-8800CF489DB6}" type="pres">
      <dgm:prSet presAssocID="{0B1CA792-272D-4F86-886A-A5BAA7EBA62F}" presName="Name37" presStyleLbl="parChTrans1D4" presStyleIdx="2" presStyleCnt="3"/>
      <dgm:spPr/>
    </dgm:pt>
    <dgm:pt modelId="{EC27D831-991D-4A33-A11E-1F6DC1855549}" type="pres">
      <dgm:prSet presAssocID="{E82443FD-996F-40E5-9EE2-4CED2129A9C0}" presName="hierRoot2" presStyleCnt="0">
        <dgm:presLayoutVars>
          <dgm:hierBranch val="init"/>
        </dgm:presLayoutVars>
      </dgm:prSet>
      <dgm:spPr/>
    </dgm:pt>
    <dgm:pt modelId="{734A840F-CDA4-4B2F-B62B-54FE64D9C70A}" type="pres">
      <dgm:prSet presAssocID="{E82443FD-996F-40E5-9EE2-4CED2129A9C0}" presName="rootComposite" presStyleCnt="0"/>
      <dgm:spPr/>
    </dgm:pt>
    <dgm:pt modelId="{C58B8293-6F52-416E-B42A-C82DBE0EE36F}" type="pres">
      <dgm:prSet presAssocID="{E82443FD-996F-40E5-9EE2-4CED2129A9C0}" presName="rootText" presStyleLbl="node4" presStyleIdx="2" presStyleCnt="3">
        <dgm:presLayoutVars>
          <dgm:chPref val="3"/>
        </dgm:presLayoutVars>
      </dgm:prSet>
      <dgm:spPr/>
    </dgm:pt>
    <dgm:pt modelId="{35501D01-1B5D-4B35-A4DA-C7093973350D}" type="pres">
      <dgm:prSet presAssocID="{E82443FD-996F-40E5-9EE2-4CED2129A9C0}" presName="rootConnector" presStyleLbl="node4" presStyleIdx="2" presStyleCnt="3"/>
      <dgm:spPr/>
    </dgm:pt>
    <dgm:pt modelId="{28D3DA91-C02B-4032-933D-5B1D4BFFB845}" type="pres">
      <dgm:prSet presAssocID="{E82443FD-996F-40E5-9EE2-4CED2129A9C0}" presName="hierChild4" presStyleCnt="0"/>
      <dgm:spPr/>
    </dgm:pt>
    <dgm:pt modelId="{7A45368E-CA53-4130-8612-B9096B29E853}" type="pres">
      <dgm:prSet presAssocID="{E82443FD-996F-40E5-9EE2-4CED2129A9C0}" presName="hierChild5" presStyleCnt="0"/>
      <dgm:spPr/>
    </dgm:pt>
    <dgm:pt modelId="{E8E61AAC-F476-46E3-BF35-9FA7A285C2FD}" type="pres">
      <dgm:prSet presAssocID="{E3D90614-0136-4A19-8AAD-FCEA76B6CF5D}" presName="hierChild5" presStyleCnt="0"/>
      <dgm:spPr/>
    </dgm:pt>
    <dgm:pt modelId="{4134A5D2-1A10-4EA0-8786-623C9AE46108}" type="pres">
      <dgm:prSet presAssocID="{FC3AD043-8607-4653-9673-2D66CECA9CF7}" presName="hierChild5" presStyleCnt="0"/>
      <dgm:spPr/>
    </dgm:pt>
    <dgm:pt modelId="{E1CC1EEB-6BFC-4C1C-8323-51FD40FFC1D2}" type="pres">
      <dgm:prSet presAssocID="{083B45BE-504E-4C65-908C-3A30D4C4E1AE}" presName="hierChild5" presStyleCnt="0"/>
      <dgm:spPr/>
    </dgm:pt>
    <dgm:pt modelId="{5598D410-BC52-4522-A517-4E4978F1C5AA}" type="pres">
      <dgm:prSet presAssocID="{D00E6738-D1DB-4E95-B713-B36A67722E31}" presName="hierChild3" presStyleCnt="0"/>
      <dgm:spPr/>
    </dgm:pt>
  </dgm:ptLst>
  <dgm:cxnLst>
    <dgm:cxn modelId="{DC113C05-A75D-4BAA-B0E2-3704DAA8FAD6}" type="presOf" srcId="{083B45BE-504E-4C65-908C-3A30D4C4E1AE}" destId="{55FCDFCC-A23D-4281-8378-C06ECA0BE8F4}" srcOrd="1" destOrd="0" presId="urn:microsoft.com/office/officeart/2005/8/layout/orgChart1"/>
    <dgm:cxn modelId="{8D67FF06-E2B1-4850-8CD2-86B2A48C5FD0}" type="presOf" srcId="{D00E6738-D1DB-4E95-B713-B36A67722E31}" destId="{6472A761-861D-4A68-814B-FB12238F5FBC}" srcOrd="0" destOrd="0" presId="urn:microsoft.com/office/officeart/2005/8/layout/orgChart1"/>
    <dgm:cxn modelId="{165C0F0B-3B8B-41E1-A94A-6A65EB2F0720}" type="presOf" srcId="{083B45BE-504E-4C65-908C-3A30D4C4E1AE}" destId="{EFE2C2F4-D815-4E6D-96CE-F0BF3656DFB7}" srcOrd="0" destOrd="0" presId="urn:microsoft.com/office/officeart/2005/8/layout/orgChart1"/>
    <dgm:cxn modelId="{82BAA71A-3809-450F-8276-B028D5D03C63}" type="presOf" srcId="{FC3AD043-8607-4653-9673-2D66CECA9CF7}" destId="{D669ECF0-069A-4AA7-8AAC-618D870AD053}" srcOrd="1" destOrd="0" presId="urn:microsoft.com/office/officeart/2005/8/layout/orgChart1"/>
    <dgm:cxn modelId="{8AC57A1B-8537-4F32-B327-4187A1276724}" type="presOf" srcId="{AFFD6541-F68F-4A60-850D-28127D16AD25}" destId="{D21F8836-448D-4961-B355-B72522238315}" srcOrd="0" destOrd="0" presId="urn:microsoft.com/office/officeart/2005/8/layout/orgChart1"/>
    <dgm:cxn modelId="{40417820-71A8-441A-9FB1-61043B22DBA7}" type="presOf" srcId="{ADDA7B90-278E-475F-9A73-CF57270755FA}" destId="{0F954A24-8FD0-4A5D-826D-860499E70968}" srcOrd="1" destOrd="0" presId="urn:microsoft.com/office/officeart/2005/8/layout/orgChart1"/>
    <dgm:cxn modelId="{7C1F7F24-37EF-413D-A39B-E2EA1555511D}" srcId="{D00E6738-D1DB-4E95-B713-B36A67722E31}" destId="{083B45BE-504E-4C65-908C-3A30D4C4E1AE}" srcOrd="0" destOrd="0" parTransId="{12E118D6-07DE-43A3-9127-546695518A39}" sibTransId="{E52BCE06-6E11-417C-9253-95FB2F93C68A}"/>
    <dgm:cxn modelId="{DD75102E-B777-439E-8FB6-08FEE4805795}" type="presOf" srcId="{9A0C5697-38C0-4BB7-A999-65D1FC5D933D}" destId="{879BE46A-AE28-400F-9C99-FD47C7D1F4E5}" srcOrd="0" destOrd="0" presId="urn:microsoft.com/office/officeart/2005/8/layout/orgChart1"/>
    <dgm:cxn modelId="{D0FFA32F-E64B-4919-AEC3-886410BAEF4B}" type="presOf" srcId="{E3D90614-0136-4A19-8AAD-FCEA76B6CF5D}" destId="{183FA21D-F63C-47DC-AEFB-C9869924701E}" srcOrd="0" destOrd="0" presId="urn:microsoft.com/office/officeart/2005/8/layout/orgChart1"/>
    <dgm:cxn modelId="{B282F334-B305-4AF3-9BFF-82350C1E871D}" srcId="{FC3AD043-8607-4653-9673-2D66CECA9CF7}" destId="{E3D90614-0136-4A19-8AAD-FCEA76B6CF5D}" srcOrd="0" destOrd="0" parTransId="{025CD561-CA8C-4ED7-843C-37741CCD1C07}" sibTransId="{D52B654B-80CD-4617-8058-38102AD24ED8}"/>
    <dgm:cxn modelId="{C383066B-1AB8-4E3D-8AEB-C5B3C0DA966B}" type="presOf" srcId="{0B1CA792-272D-4F86-886A-A5BAA7EBA62F}" destId="{50D6EC1E-E8B8-4C66-96B8-8800CF489DB6}" srcOrd="0" destOrd="0" presId="urn:microsoft.com/office/officeart/2005/8/layout/orgChart1"/>
    <dgm:cxn modelId="{6AF31D6B-973F-408B-8BC8-6294957D265E}" type="presOf" srcId="{FC3AD043-8607-4653-9673-2D66CECA9CF7}" destId="{E2594431-D2FC-4658-BA9D-36CBD2BB9A32}" srcOrd="0" destOrd="0" presId="urn:microsoft.com/office/officeart/2005/8/layout/orgChart1"/>
    <dgm:cxn modelId="{E468C14D-100C-4765-965E-0FBABF8D0B7F}" type="presOf" srcId="{12E118D6-07DE-43A3-9127-546695518A39}" destId="{3B3E79A3-A58C-4EE9-9017-A7B542266EFC}" srcOrd="0" destOrd="0" presId="urn:microsoft.com/office/officeart/2005/8/layout/orgChart1"/>
    <dgm:cxn modelId="{44253456-5062-4F21-8FE9-E475B8E60BFC}" type="presOf" srcId="{EEC8BD30-197E-4FB9-8F7E-B3B4551B433A}" destId="{5E0FEF5B-15E7-40DE-ABEC-34CB6036AC76}" srcOrd="0" destOrd="0" presId="urn:microsoft.com/office/officeart/2005/8/layout/orgChart1"/>
    <dgm:cxn modelId="{710A3684-57E6-431F-A61C-5E662001690D}" type="presOf" srcId="{E82443FD-996F-40E5-9EE2-4CED2129A9C0}" destId="{C58B8293-6F52-416E-B42A-C82DBE0EE36F}" srcOrd="0" destOrd="0" presId="urn:microsoft.com/office/officeart/2005/8/layout/orgChart1"/>
    <dgm:cxn modelId="{1D0154B8-4D16-486E-917B-7F2988F7278E}" type="presOf" srcId="{E3D90614-0136-4A19-8AAD-FCEA76B6CF5D}" destId="{7DFAE24D-28D4-4388-8131-5E17A1578344}" srcOrd="1" destOrd="0" presId="urn:microsoft.com/office/officeart/2005/8/layout/orgChart1"/>
    <dgm:cxn modelId="{63BB60B9-8A8E-4FA0-AB8C-69806269956A}" srcId="{083B45BE-504E-4C65-908C-3A30D4C4E1AE}" destId="{FC3AD043-8607-4653-9673-2D66CECA9CF7}" srcOrd="0" destOrd="0" parTransId="{EEC8BD30-197E-4FB9-8F7E-B3B4551B433A}" sibTransId="{FD827BC3-906C-4B9E-91E5-2AB0F9309F96}"/>
    <dgm:cxn modelId="{F94BDBC0-6C53-41EA-AFB6-5EE8CC269771}" type="presOf" srcId="{D00E6738-D1DB-4E95-B713-B36A67722E31}" destId="{90090F28-9CC6-44F8-9A5B-33ECE0B80AF8}" srcOrd="1" destOrd="0" presId="urn:microsoft.com/office/officeart/2005/8/layout/orgChart1"/>
    <dgm:cxn modelId="{8A4279C2-2605-41C7-ADF8-CCA0FD3DA057}" type="presOf" srcId="{025CD561-CA8C-4ED7-843C-37741CCD1C07}" destId="{8EEBB5BE-2D7D-4135-A3EC-6AA3D5D60A6F}" srcOrd="0" destOrd="0" presId="urn:microsoft.com/office/officeart/2005/8/layout/orgChart1"/>
    <dgm:cxn modelId="{3D66EAC8-7483-4A97-BBDA-102419BD309D}" srcId="{E3D90614-0136-4A19-8AAD-FCEA76B6CF5D}" destId="{E82443FD-996F-40E5-9EE2-4CED2129A9C0}" srcOrd="1" destOrd="0" parTransId="{0B1CA792-272D-4F86-886A-A5BAA7EBA62F}" sibTransId="{CA689B81-7CD0-442C-9BA5-C6F9DB607C8F}"/>
    <dgm:cxn modelId="{F13CC0CF-6669-486C-AA79-C4E8E010E0BE}" type="presOf" srcId="{E82443FD-996F-40E5-9EE2-4CED2129A9C0}" destId="{35501D01-1B5D-4B35-A4DA-C7093973350D}" srcOrd="1" destOrd="0" presId="urn:microsoft.com/office/officeart/2005/8/layout/orgChart1"/>
    <dgm:cxn modelId="{6A6F7AEE-9ACE-4702-894A-7B08C946096A}" srcId="{E3D90614-0136-4A19-8AAD-FCEA76B6CF5D}" destId="{ADDA7B90-278E-475F-9A73-CF57270755FA}" srcOrd="0" destOrd="0" parTransId="{9A0C5697-38C0-4BB7-A999-65D1FC5D933D}" sibTransId="{9F72E60A-9BE5-40FD-9F1B-5B14D146701C}"/>
    <dgm:cxn modelId="{C879ADF9-A168-4469-8062-8099FF1E971E}" srcId="{AFFD6541-F68F-4A60-850D-28127D16AD25}" destId="{D00E6738-D1DB-4E95-B713-B36A67722E31}" srcOrd="0" destOrd="0" parTransId="{A0C3F7E0-98C2-42DA-A98E-C2C2DAE1158A}" sibTransId="{4EBCBA4F-22AC-4B0B-862D-33C5A5ABC4A8}"/>
    <dgm:cxn modelId="{6DEF5DFA-1037-4DB7-BDD1-9B321C3227FD}" type="presOf" srcId="{ADDA7B90-278E-475F-9A73-CF57270755FA}" destId="{A32B187E-7703-4B4D-A761-8A54DE100C19}" srcOrd="0" destOrd="0" presId="urn:microsoft.com/office/officeart/2005/8/layout/orgChart1"/>
    <dgm:cxn modelId="{7E8705AD-BA10-46F5-A7EB-0B101A5C4E54}" type="presParOf" srcId="{D21F8836-448D-4961-B355-B72522238315}" destId="{F3746070-3022-43F5-A1F7-F57A775048C1}" srcOrd="0" destOrd="0" presId="urn:microsoft.com/office/officeart/2005/8/layout/orgChart1"/>
    <dgm:cxn modelId="{EE2B94A8-9099-4C3F-8998-4F09FDD5D708}" type="presParOf" srcId="{F3746070-3022-43F5-A1F7-F57A775048C1}" destId="{8D16E395-B55C-4D1C-AD35-1CA6CCA83DAA}" srcOrd="0" destOrd="0" presId="urn:microsoft.com/office/officeart/2005/8/layout/orgChart1"/>
    <dgm:cxn modelId="{A35DD53A-F8ED-4F05-A710-B766FD7A3077}" type="presParOf" srcId="{8D16E395-B55C-4D1C-AD35-1CA6CCA83DAA}" destId="{6472A761-861D-4A68-814B-FB12238F5FBC}" srcOrd="0" destOrd="0" presId="urn:microsoft.com/office/officeart/2005/8/layout/orgChart1"/>
    <dgm:cxn modelId="{6F3BDE24-C480-4947-8D47-914C973EE79D}" type="presParOf" srcId="{8D16E395-B55C-4D1C-AD35-1CA6CCA83DAA}" destId="{90090F28-9CC6-44F8-9A5B-33ECE0B80AF8}" srcOrd="1" destOrd="0" presId="urn:microsoft.com/office/officeart/2005/8/layout/orgChart1"/>
    <dgm:cxn modelId="{52E23D03-A59A-400D-8382-909E3411571E}" type="presParOf" srcId="{F3746070-3022-43F5-A1F7-F57A775048C1}" destId="{1C8F6E94-89C1-4309-AD4D-551BC103CCEC}" srcOrd="1" destOrd="0" presId="urn:microsoft.com/office/officeart/2005/8/layout/orgChart1"/>
    <dgm:cxn modelId="{7489310C-54B1-4C72-917B-30D56EFABC63}" type="presParOf" srcId="{1C8F6E94-89C1-4309-AD4D-551BC103CCEC}" destId="{3B3E79A3-A58C-4EE9-9017-A7B542266EFC}" srcOrd="0" destOrd="0" presId="urn:microsoft.com/office/officeart/2005/8/layout/orgChart1"/>
    <dgm:cxn modelId="{C1786268-5994-4A9C-92FA-F944E6B9269C}" type="presParOf" srcId="{1C8F6E94-89C1-4309-AD4D-551BC103CCEC}" destId="{A14B62F5-85F0-42FD-A4E8-1E0959CF67C3}" srcOrd="1" destOrd="0" presId="urn:microsoft.com/office/officeart/2005/8/layout/orgChart1"/>
    <dgm:cxn modelId="{46939DB6-EE13-46B4-9F1F-5D23DA1850B4}" type="presParOf" srcId="{A14B62F5-85F0-42FD-A4E8-1E0959CF67C3}" destId="{E75E497E-1D63-4C23-BE98-4CC8E18BEC27}" srcOrd="0" destOrd="0" presId="urn:microsoft.com/office/officeart/2005/8/layout/orgChart1"/>
    <dgm:cxn modelId="{FD7059C5-8117-4D56-A615-99FD138659A7}" type="presParOf" srcId="{E75E497E-1D63-4C23-BE98-4CC8E18BEC27}" destId="{EFE2C2F4-D815-4E6D-96CE-F0BF3656DFB7}" srcOrd="0" destOrd="0" presId="urn:microsoft.com/office/officeart/2005/8/layout/orgChart1"/>
    <dgm:cxn modelId="{C05C04BB-B266-4EAC-83A0-07E324D1E5DD}" type="presParOf" srcId="{E75E497E-1D63-4C23-BE98-4CC8E18BEC27}" destId="{55FCDFCC-A23D-4281-8378-C06ECA0BE8F4}" srcOrd="1" destOrd="0" presId="urn:microsoft.com/office/officeart/2005/8/layout/orgChart1"/>
    <dgm:cxn modelId="{4CB2CACB-88FC-472F-9BE0-6C92C03DAE5D}" type="presParOf" srcId="{A14B62F5-85F0-42FD-A4E8-1E0959CF67C3}" destId="{40E77FAF-EFAF-4BF3-99A6-8053D561F50B}" srcOrd="1" destOrd="0" presId="urn:microsoft.com/office/officeart/2005/8/layout/orgChart1"/>
    <dgm:cxn modelId="{D3FADA75-331D-42F6-A1D4-DF710D06F7C7}" type="presParOf" srcId="{40E77FAF-EFAF-4BF3-99A6-8053D561F50B}" destId="{5E0FEF5B-15E7-40DE-ABEC-34CB6036AC76}" srcOrd="0" destOrd="0" presId="urn:microsoft.com/office/officeart/2005/8/layout/orgChart1"/>
    <dgm:cxn modelId="{389F9BEE-F606-4805-A49E-BCFBE48F363B}" type="presParOf" srcId="{40E77FAF-EFAF-4BF3-99A6-8053D561F50B}" destId="{CBB5696B-B95A-4D33-A67F-F7EB63289DE4}" srcOrd="1" destOrd="0" presId="urn:microsoft.com/office/officeart/2005/8/layout/orgChart1"/>
    <dgm:cxn modelId="{F2C77151-2992-4B21-9D5C-D2AE0F75C933}" type="presParOf" srcId="{CBB5696B-B95A-4D33-A67F-F7EB63289DE4}" destId="{A8D5BE4D-395D-48CE-BFAF-42B34E15C242}" srcOrd="0" destOrd="0" presId="urn:microsoft.com/office/officeart/2005/8/layout/orgChart1"/>
    <dgm:cxn modelId="{5E2B5AC4-44D8-4D80-BBD3-FB0B48B2DECC}" type="presParOf" srcId="{A8D5BE4D-395D-48CE-BFAF-42B34E15C242}" destId="{E2594431-D2FC-4658-BA9D-36CBD2BB9A32}" srcOrd="0" destOrd="0" presId="urn:microsoft.com/office/officeart/2005/8/layout/orgChart1"/>
    <dgm:cxn modelId="{68A85F61-9A4A-4C09-A5D3-69EFBC5AC173}" type="presParOf" srcId="{A8D5BE4D-395D-48CE-BFAF-42B34E15C242}" destId="{D669ECF0-069A-4AA7-8AAC-618D870AD053}" srcOrd="1" destOrd="0" presId="urn:microsoft.com/office/officeart/2005/8/layout/orgChart1"/>
    <dgm:cxn modelId="{B9AFDE56-EDD8-4949-B852-791CDD8CD6A1}" type="presParOf" srcId="{CBB5696B-B95A-4D33-A67F-F7EB63289DE4}" destId="{3A6C909C-FD2A-40AA-824E-7FE8B18E8DF0}" srcOrd="1" destOrd="0" presId="urn:microsoft.com/office/officeart/2005/8/layout/orgChart1"/>
    <dgm:cxn modelId="{AC5AA989-C27C-4460-8CA3-9BF17EE35DAC}" type="presParOf" srcId="{3A6C909C-FD2A-40AA-824E-7FE8B18E8DF0}" destId="{8EEBB5BE-2D7D-4135-A3EC-6AA3D5D60A6F}" srcOrd="0" destOrd="0" presId="urn:microsoft.com/office/officeart/2005/8/layout/orgChart1"/>
    <dgm:cxn modelId="{22065DD5-DD47-4DC6-A9E1-15134BAB298B}" type="presParOf" srcId="{3A6C909C-FD2A-40AA-824E-7FE8B18E8DF0}" destId="{388C051A-66A9-44B1-99A0-C56F04D4F599}" srcOrd="1" destOrd="0" presId="urn:microsoft.com/office/officeart/2005/8/layout/orgChart1"/>
    <dgm:cxn modelId="{E5FBDB4F-EFB3-49F7-AC23-AF7EFC591F37}" type="presParOf" srcId="{388C051A-66A9-44B1-99A0-C56F04D4F599}" destId="{6570746E-CDC4-4D25-BD2A-8853DCFB470A}" srcOrd="0" destOrd="0" presId="urn:microsoft.com/office/officeart/2005/8/layout/orgChart1"/>
    <dgm:cxn modelId="{FAFED994-C1B1-4A96-BE21-4F0F8D5CF017}" type="presParOf" srcId="{6570746E-CDC4-4D25-BD2A-8853DCFB470A}" destId="{183FA21D-F63C-47DC-AEFB-C9869924701E}" srcOrd="0" destOrd="0" presId="urn:microsoft.com/office/officeart/2005/8/layout/orgChart1"/>
    <dgm:cxn modelId="{E3BCB1B5-07A5-4641-8B85-F8826EBBBD8D}" type="presParOf" srcId="{6570746E-CDC4-4D25-BD2A-8853DCFB470A}" destId="{7DFAE24D-28D4-4388-8131-5E17A1578344}" srcOrd="1" destOrd="0" presId="urn:microsoft.com/office/officeart/2005/8/layout/orgChart1"/>
    <dgm:cxn modelId="{2FB0540C-5280-4D87-AD65-FB96525FEEEF}" type="presParOf" srcId="{388C051A-66A9-44B1-99A0-C56F04D4F599}" destId="{520AFE6A-4497-4A5E-9B03-F21ECDAC10F0}" srcOrd="1" destOrd="0" presId="urn:microsoft.com/office/officeart/2005/8/layout/orgChart1"/>
    <dgm:cxn modelId="{552F9F43-5314-4307-9575-591CE8466A10}" type="presParOf" srcId="{520AFE6A-4497-4A5E-9B03-F21ECDAC10F0}" destId="{879BE46A-AE28-400F-9C99-FD47C7D1F4E5}" srcOrd="0" destOrd="0" presId="urn:microsoft.com/office/officeart/2005/8/layout/orgChart1"/>
    <dgm:cxn modelId="{EE4D1AC4-B6E9-4A84-BF4B-E08BC6E62F6E}" type="presParOf" srcId="{520AFE6A-4497-4A5E-9B03-F21ECDAC10F0}" destId="{9BC7F974-FAA1-46EF-9D12-2671A6DB5382}" srcOrd="1" destOrd="0" presId="urn:microsoft.com/office/officeart/2005/8/layout/orgChart1"/>
    <dgm:cxn modelId="{18B415B9-C74F-4810-898D-92813116748F}" type="presParOf" srcId="{9BC7F974-FAA1-46EF-9D12-2671A6DB5382}" destId="{741DC48B-B8FE-42CB-8145-D76A7DDA80D3}" srcOrd="0" destOrd="0" presId="urn:microsoft.com/office/officeart/2005/8/layout/orgChart1"/>
    <dgm:cxn modelId="{EA419EED-D15F-4BEB-B8D3-90FF33AF58A3}" type="presParOf" srcId="{741DC48B-B8FE-42CB-8145-D76A7DDA80D3}" destId="{A32B187E-7703-4B4D-A761-8A54DE100C19}" srcOrd="0" destOrd="0" presId="urn:microsoft.com/office/officeart/2005/8/layout/orgChart1"/>
    <dgm:cxn modelId="{85A44485-4A11-4D15-B53C-84DD4E85C9A1}" type="presParOf" srcId="{741DC48B-B8FE-42CB-8145-D76A7DDA80D3}" destId="{0F954A24-8FD0-4A5D-826D-860499E70968}" srcOrd="1" destOrd="0" presId="urn:microsoft.com/office/officeart/2005/8/layout/orgChart1"/>
    <dgm:cxn modelId="{0E211466-72CC-4E4E-94D4-E097A2CE53B2}" type="presParOf" srcId="{9BC7F974-FAA1-46EF-9D12-2671A6DB5382}" destId="{A9945DFE-9E86-432C-B20E-5ECF8B33AACD}" srcOrd="1" destOrd="0" presId="urn:microsoft.com/office/officeart/2005/8/layout/orgChart1"/>
    <dgm:cxn modelId="{CEC0BC22-1D59-431C-BDC5-F3CD48106020}" type="presParOf" srcId="{9BC7F974-FAA1-46EF-9D12-2671A6DB5382}" destId="{2D696CBC-5729-4C1A-AC83-FC44ADCA9DB5}" srcOrd="2" destOrd="0" presId="urn:microsoft.com/office/officeart/2005/8/layout/orgChart1"/>
    <dgm:cxn modelId="{97D34791-CF65-40A8-B4C6-A33B39744E98}" type="presParOf" srcId="{520AFE6A-4497-4A5E-9B03-F21ECDAC10F0}" destId="{50D6EC1E-E8B8-4C66-96B8-8800CF489DB6}" srcOrd="2" destOrd="0" presId="urn:microsoft.com/office/officeart/2005/8/layout/orgChart1"/>
    <dgm:cxn modelId="{D18D7FB1-88A6-40E1-8C27-AD9E13A607E9}" type="presParOf" srcId="{520AFE6A-4497-4A5E-9B03-F21ECDAC10F0}" destId="{EC27D831-991D-4A33-A11E-1F6DC1855549}" srcOrd="3" destOrd="0" presId="urn:microsoft.com/office/officeart/2005/8/layout/orgChart1"/>
    <dgm:cxn modelId="{CF97B4D7-9E5A-417C-9696-318FC91C87A5}" type="presParOf" srcId="{EC27D831-991D-4A33-A11E-1F6DC1855549}" destId="{734A840F-CDA4-4B2F-B62B-54FE64D9C70A}" srcOrd="0" destOrd="0" presId="urn:microsoft.com/office/officeart/2005/8/layout/orgChart1"/>
    <dgm:cxn modelId="{5388F779-C36B-44BE-9F7A-95548D7F5766}" type="presParOf" srcId="{734A840F-CDA4-4B2F-B62B-54FE64D9C70A}" destId="{C58B8293-6F52-416E-B42A-C82DBE0EE36F}" srcOrd="0" destOrd="0" presId="urn:microsoft.com/office/officeart/2005/8/layout/orgChart1"/>
    <dgm:cxn modelId="{ABFCA385-5EF4-4020-9E34-38D87052DAD6}" type="presParOf" srcId="{734A840F-CDA4-4B2F-B62B-54FE64D9C70A}" destId="{35501D01-1B5D-4B35-A4DA-C7093973350D}" srcOrd="1" destOrd="0" presId="urn:microsoft.com/office/officeart/2005/8/layout/orgChart1"/>
    <dgm:cxn modelId="{526D23C9-9FF2-4D54-8D40-987591C58955}" type="presParOf" srcId="{EC27D831-991D-4A33-A11E-1F6DC1855549}" destId="{28D3DA91-C02B-4032-933D-5B1D4BFFB845}" srcOrd="1" destOrd="0" presId="urn:microsoft.com/office/officeart/2005/8/layout/orgChart1"/>
    <dgm:cxn modelId="{7C8894CB-A419-44FE-A1CF-4D199B4A3FF1}" type="presParOf" srcId="{EC27D831-991D-4A33-A11E-1F6DC1855549}" destId="{7A45368E-CA53-4130-8612-B9096B29E853}" srcOrd="2" destOrd="0" presId="urn:microsoft.com/office/officeart/2005/8/layout/orgChart1"/>
    <dgm:cxn modelId="{0952F3ED-37CF-4951-9043-5708E54E81A9}" type="presParOf" srcId="{388C051A-66A9-44B1-99A0-C56F04D4F599}" destId="{E8E61AAC-F476-46E3-BF35-9FA7A285C2FD}" srcOrd="2" destOrd="0" presId="urn:microsoft.com/office/officeart/2005/8/layout/orgChart1"/>
    <dgm:cxn modelId="{545FEE05-4854-45A9-AE0E-7684737BF622}" type="presParOf" srcId="{CBB5696B-B95A-4D33-A67F-F7EB63289DE4}" destId="{4134A5D2-1A10-4EA0-8786-623C9AE46108}" srcOrd="2" destOrd="0" presId="urn:microsoft.com/office/officeart/2005/8/layout/orgChart1"/>
    <dgm:cxn modelId="{88F63D18-B9BB-46E2-81B3-DA6F4F549556}" type="presParOf" srcId="{A14B62F5-85F0-42FD-A4E8-1E0959CF67C3}" destId="{E1CC1EEB-6BFC-4C1C-8323-51FD40FFC1D2}" srcOrd="2" destOrd="0" presId="urn:microsoft.com/office/officeart/2005/8/layout/orgChart1"/>
    <dgm:cxn modelId="{62555D92-0481-40FC-B7A8-5344F05D747A}" type="presParOf" srcId="{F3746070-3022-43F5-A1F7-F57A775048C1}" destId="{5598D410-BC52-4522-A517-4E4978F1C5AA}" srcOrd="2" destOrd="0" presId="urn:microsoft.com/office/officeart/2005/8/layout/orgChar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20F753-65B6-4532-849D-73361D4DF87C}">
      <dsp:nvSpPr>
        <dsp:cNvPr id="0" name=""/>
        <dsp:cNvSpPr/>
      </dsp:nvSpPr>
      <dsp:spPr>
        <a:xfrm>
          <a:off x="2995705" y="3419318"/>
          <a:ext cx="2569154" cy="178354"/>
        </a:xfrm>
        <a:custGeom>
          <a:avLst/>
          <a:gdLst/>
          <a:ahLst/>
          <a:cxnLst/>
          <a:rect l="0" t="0" r="0" b="0"/>
          <a:pathLst>
            <a:path>
              <a:moveTo>
                <a:pt x="0" y="0"/>
              </a:moveTo>
              <a:lnTo>
                <a:pt x="0" y="89177"/>
              </a:lnTo>
              <a:lnTo>
                <a:pt x="2569154" y="89177"/>
              </a:lnTo>
              <a:lnTo>
                <a:pt x="2569154" y="17835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7D16C6-571A-48A9-807A-ED3F03C49D27}">
      <dsp:nvSpPr>
        <dsp:cNvPr id="0" name=""/>
        <dsp:cNvSpPr/>
      </dsp:nvSpPr>
      <dsp:spPr>
        <a:xfrm>
          <a:off x="2995705" y="3419318"/>
          <a:ext cx="1541492" cy="178354"/>
        </a:xfrm>
        <a:custGeom>
          <a:avLst/>
          <a:gdLst/>
          <a:ahLst/>
          <a:cxnLst/>
          <a:rect l="0" t="0" r="0" b="0"/>
          <a:pathLst>
            <a:path>
              <a:moveTo>
                <a:pt x="0" y="0"/>
              </a:moveTo>
              <a:lnTo>
                <a:pt x="0" y="89177"/>
              </a:lnTo>
              <a:lnTo>
                <a:pt x="1541492" y="89177"/>
              </a:lnTo>
              <a:lnTo>
                <a:pt x="1541492" y="17835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9A06D2-9754-46ED-B733-A355304D4DB7}">
      <dsp:nvSpPr>
        <dsp:cNvPr id="0" name=""/>
        <dsp:cNvSpPr/>
      </dsp:nvSpPr>
      <dsp:spPr>
        <a:xfrm>
          <a:off x="2995705" y="3419318"/>
          <a:ext cx="513830" cy="178354"/>
        </a:xfrm>
        <a:custGeom>
          <a:avLst/>
          <a:gdLst/>
          <a:ahLst/>
          <a:cxnLst/>
          <a:rect l="0" t="0" r="0" b="0"/>
          <a:pathLst>
            <a:path>
              <a:moveTo>
                <a:pt x="0" y="0"/>
              </a:moveTo>
              <a:lnTo>
                <a:pt x="0" y="89177"/>
              </a:lnTo>
              <a:lnTo>
                <a:pt x="513830" y="89177"/>
              </a:lnTo>
              <a:lnTo>
                <a:pt x="513830" y="17835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ED237BB-0E02-41F1-995A-B8D49BFE6C85}">
      <dsp:nvSpPr>
        <dsp:cNvPr id="0" name=""/>
        <dsp:cNvSpPr/>
      </dsp:nvSpPr>
      <dsp:spPr>
        <a:xfrm>
          <a:off x="2142151" y="4022326"/>
          <a:ext cx="127396" cy="1596697"/>
        </a:xfrm>
        <a:custGeom>
          <a:avLst/>
          <a:gdLst/>
          <a:ahLst/>
          <a:cxnLst/>
          <a:rect l="0" t="0" r="0" b="0"/>
          <a:pathLst>
            <a:path>
              <a:moveTo>
                <a:pt x="0" y="0"/>
              </a:moveTo>
              <a:lnTo>
                <a:pt x="0" y="1596697"/>
              </a:lnTo>
              <a:lnTo>
                <a:pt x="127396" y="159669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D83927-58A0-42AC-8BF0-4C88D977020E}">
      <dsp:nvSpPr>
        <dsp:cNvPr id="0" name=""/>
        <dsp:cNvSpPr/>
      </dsp:nvSpPr>
      <dsp:spPr>
        <a:xfrm>
          <a:off x="2142151" y="4022326"/>
          <a:ext cx="127396" cy="993689"/>
        </a:xfrm>
        <a:custGeom>
          <a:avLst/>
          <a:gdLst/>
          <a:ahLst/>
          <a:cxnLst/>
          <a:rect l="0" t="0" r="0" b="0"/>
          <a:pathLst>
            <a:path>
              <a:moveTo>
                <a:pt x="0" y="0"/>
              </a:moveTo>
              <a:lnTo>
                <a:pt x="0" y="993689"/>
              </a:lnTo>
              <a:lnTo>
                <a:pt x="127396" y="99368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9C0CA7C-A222-4638-8108-87FB177D045B}">
      <dsp:nvSpPr>
        <dsp:cNvPr id="0" name=""/>
        <dsp:cNvSpPr/>
      </dsp:nvSpPr>
      <dsp:spPr>
        <a:xfrm>
          <a:off x="2142151" y="4022326"/>
          <a:ext cx="127396" cy="390681"/>
        </a:xfrm>
        <a:custGeom>
          <a:avLst/>
          <a:gdLst/>
          <a:ahLst/>
          <a:cxnLst/>
          <a:rect l="0" t="0" r="0" b="0"/>
          <a:pathLst>
            <a:path>
              <a:moveTo>
                <a:pt x="0" y="0"/>
              </a:moveTo>
              <a:lnTo>
                <a:pt x="0" y="390681"/>
              </a:lnTo>
              <a:lnTo>
                <a:pt x="127396" y="390681"/>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EFC1431-A976-4E51-974D-7CA1B75B3245}">
      <dsp:nvSpPr>
        <dsp:cNvPr id="0" name=""/>
        <dsp:cNvSpPr/>
      </dsp:nvSpPr>
      <dsp:spPr>
        <a:xfrm>
          <a:off x="2481874" y="3419318"/>
          <a:ext cx="513830" cy="178354"/>
        </a:xfrm>
        <a:custGeom>
          <a:avLst/>
          <a:gdLst/>
          <a:ahLst/>
          <a:cxnLst/>
          <a:rect l="0" t="0" r="0" b="0"/>
          <a:pathLst>
            <a:path>
              <a:moveTo>
                <a:pt x="513830" y="0"/>
              </a:moveTo>
              <a:lnTo>
                <a:pt x="513830" y="89177"/>
              </a:lnTo>
              <a:lnTo>
                <a:pt x="0" y="89177"/>
              </a:lnTo>
              <a:lnTo>
                <a:pt x="0" y="17835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836394-CDFA-45E2-84BA-04B7E6FB287D}">
      <dsp:nvSpPr>
        <dsp:cNvPr id="0" name=""/>
        <dsp:cNvSpPr/>
      </dsp:nvSpPr>
      <dsp:spPr>
        <a:xfrm>
          <a:off x="1114489" y="4022326"/>
          <a:ext cx="127396" cy="1596697"/>
        </a:xfrm>
        <a:custGeom>
          <a:avLst/>
          <a:gdLst/>
          <a:ahLst/>
          <a:cxnLst/>
          <a:rect l="0" t="0" r="0" b="0"/>
          <a:pathLst>
            <a:path>
              <a:moveTo>
                <a:pt x="0" y="0"/>
              </a:moveTo>
              <a:lnTo>
                <a:pt x="0" y="1596697"/>
              </a:lnTo>
              <a:lnTo>
                <a:pt x="127396" y="1596697"/>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CFE70B-632B-402B-9D55-F3FDDA250CB5}">
      <dsp:nvSpPr>
        <dsp:cNvPr id="0" name=""/>
        <dsp:cNvSpPr/>
      </dsp:nvSpPr>
      <dsp:spPr>
        <a:xfrm>
          <a:off x="1114489" y="4022326"/>
          <a:ext cx="127396" cy="993689"/>
        </a:xfrm>
        <a:custGeom>
          <a:avLst/>
          <a:gdLst/>
          <a:ahLst/>
          <a:cxnLst/>
          <a:rect l="0" t="0" r="0" b="0"/>
          <a:pathLst>
            <a:path>
              <a:moveTo>
                <a:pt x="0" y="0"/>
              </a:moveTo>
              <a:lnTo>
                <a:pt x="0" y="993689"/>
              </a:lnTo>
              <a:lnTo>
                <a:pt x="127396" y="99368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97315A-AD7E-49CE-8A12-F1B3EF43CC54}">
      <dsp:nvSpPr>
        <dsp:cNvPr id="0" name=""/>
        <dsp:cNvSpPr/>
      </dsp:nvSpPr>
      <dsp:spPr>
        <a:xfrm>
          <a:off x="1114489" y="4022326"/>
          <a:ext cx="127396" cy="390681"/>
        </a:xfrm>
        <a:custGeom>
          <a:avLst/>
          <a:gdLst/>
          <a:ahLst/>
          <a:cxnLst/>
          <a:rect l="0" t="0" r="0" b="0"/>
          <a:pathLst>
            <a:path>
              <a:moveTo>
                <a:pt x="0" y="0"/>
              </a:moveTo>
              <a:lnTo>
                <a:pt x="0" y="390681"/>
              </a:lnTo>
              <a:lnTo>
                <a:pt x="127396" y="390681"/>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B463F2-3360-4696-B61B-2107C30D4B33}">
      <dsp:nvSpPr>
        <dsp:cNvPr id="0" name=""/>
        <dsp:cNvSpPr/>
      </dsp:nvSpPr>
      <dsp:spPr>
        <a:xfrm>
          <a:off x="1454212" y="3419318"/>
          <a:ext cx="1541492" cy="178354"/>
        </a:xfrm>
        <a:custGeom>
          <a:avLst/>
          <a:gdLst/>
          <a:ahLst/>
          <a:cxnLst/>
          <a:rect l="0" t="0" r="0" b="0"/>
          <a:pathLst>
            <a:path>
              <a:moveTo>
                <a:pt x="1541492" y="0"/>
              </a:moveTo>
              <a:lnTo>
                <a:pt x="1541492" y="89177"/>
              </a:lnTo>
              <a:lnTo>
                <a:pt x="0" y="89177"/>
              </a:lnTo>
              <a:lnTo>
                <a:pt x="0" y="17835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EA9EAA-9735-40D3-8B02-BAE989EF08E6}">
      <dsp:nvSpPr>
        <dsp:cNvPr id="0" name=""/>
        <dsp:cNvSpPr/>
      </dsp:nvSpPr>
      <dsp:spPr>
        <a:xfrm>
          <a:off x="86827" y="4022326"/>
          <a:ext cx="127396" cy="993689"/>
        </a:xfrm>
        <a:custGeom>
          <a:avLst/>
          <a:gdLst/>
          <a:ahLst/>
          <a:cxnLst/>
          <a:rect l="0" t="0" r="0" b="0"/>
          <a:pathLst>
            <a:path>
              <a:moveTo>
                <a:pt x="0" y="0"/>
              </a:moveTo>
              <a:lnTo>
                <a:pt x="0" y="993689"/>
              </a:lnTo>
              <a:lnTo>
                <a:pt x="127396" y="993689"/>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D6D386-E24F-4EFE-B368-D2FC0AA17B39}">
      <dsp:nvSpPr>
        <dsp:cNvPr id="0" name=""/>
        <dsp:cNvSpPr/>
      </dsp:nvSpPr>
      <dsp:spPr>
        <a:xfrm>
          <a:off x="86827" y="4022326"/>
          <a:ext cx="127396" cy="390681"/>
        </a:xfrm>
        <a:custGeom>
          <a:avLst/>
          <a:gdLst/>
          <a:ahLst/>
          <a:cxnLst/>
          <a:rect l="0" t="0" r="0" b="0"/>
          <a:pathLst>
            <a:path>
              <a:moveTo>
                <a:pt x="0" y="0"/>
              </a:moveTo>
              <a:lnTo>
                <a:pt x="0" y="390681"/>
              </a:lnTo>
              <a:lnTo>
                <a:pt x="127396" y="390681"/>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903AF0-0FDE-4DA1-9C11-53A2C50BBB29}">
      <dsp:nvSpPr>
        <dsp:cNvPr id="0" name=""/>
        <dsp:cNvSpPr/>
      </dsp:nvSpPr>
      <dsp:spPr>
        <a:xfrm>
          <a:off x="426550" y="3419318"/>
          <a:ext cx="2569154" cy="178354"/>
        </a:xfrm>
        <a:custGeom>
          <a:avLst/>
          <a:gdLst/>
          <a:ahLst/>
          <a:cxnLst/>
          <a:rect l="0" t="0" r="0" b="0"/>
          <a:pathLst>
            <a:path>
              <a:moveTo>
                <a:pt x="2569154" y="0"/>
              </a:moveTo>
              <a:lnTo>
                <a:pt x="2569154" y="89177"/>
              </a:lnTo>
              <a:lnTo>
                <a:pt x="0" y="89177"/>
              </a:lnTo>
              <a:lnTo>
                <a:pt x="0" y="17835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82C0D6F-CB92-48C0-9AF6-C84D9D0858C7}">
      <dsp:nvSpPr>
        <dsp:cNvPr id="0" name=""/>
        <dsp:cNvSpPr/>
      </dsp:nvSpPr>
      <dsp:spPr>
        <a:xfrm>
          <a:off x="2949985" y="2816310"/>
          <a:ext cx="91440" cy="178354"/>
        </a:xfrm>
        <a:custGeom>
          <a:avLst/>
          <a:gdLst/>
          <a:ahLst/>
          <a:cxnLst/>
          <a:rect l="0" t="0" r="0" b="0"/>
          <a:pathLst>
            <a:path>
              <a:moveTo>
                <a:pt x="45720" y="0"/>
              </a:moveTo>
              <a:lnTo>
                <a:pt x="45720" y="17835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0390147-1773-4F27-A2D1-1210FD782F22}">
      <dsp:nvSpPr>
        <dsp:cNvPr id="0" name=""/>
        <dsp:cNvSpPr/>
      </dsp:nvSpPr>
      <dsp:spPr>
        <a:xfrm>
          <a:off x="2949985" y="2213302"/>
          <a:ext cx="91440" cy="178354"/>
        </a:xfrm>
        <a:custGeom>
          <a:avLst/>
          <a:gdLst/>
          <a:ahLst/>
          <a:cxnLst/>
          <a:rect l="0" t="0" r="0" b="0"/>
          <a:pathLst>
            <a:path>
              <a:moveTo>
                <a:pt x="45720" y="0"/>
              </a:moveTo>
              <a:lnTo>
                <a:pt x="45720" y="178354"/>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8E0EF4-744F-47B4-9D7F-C16750096194}">
      <dsp:nvSpPr>
        <dsp:cNvPr id="0" name=""/>
        <dsp:cNvSpPr/>
      </dsp:nvSpPr>
      <dsp:spPr>
        <a:xfrm>
          <a:off x="2571051" y="1788648"/>
          <a:ext cx="849307" cy="424653"/>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Drive</a:t>
          </a:r>
          <a:endParaRPr lang="en-IN" sz="1200" kern="1200" dirty="0"/>
        </a:p>
      </dsp:txBody>
      <dsp:txXfrm>
        <a:off x="2571051" y="1788648"/>
        <a:ext cx="849307" cy="424653"/>
      </dsp:txXfrm>
    </dsp:sp>
    <dsp:sp modelId="{D53A6BD1-AC63-4776-B7FB-8BF7E6069853}">
      <dsp:nvSpPr>
        <dsp:cNvPr id="0" name=""/>
        <dsp:cNvSpPr/>
      </dsp:nvSpPr>
      <dsp:spPr>
        <a:xfrm>
          <a:off x="2571051" y="2391656"/>
          <a:ext cx="849307" cy="424653"/>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My Drive</a:t>
          </a:r>
          <a:endParaRPr lang="en-IN" sz="1200" kern="1200" dirty="0"/>
        </a:p>
      </dsp:txBody>
      <dsp:txXfrm>
        <a:off x="2571051" y="2391656"/>
        <a:ext cx="849307" cy="424653"/>
      </dsp:txXfrm>
    </dsp:sp>
    <dsp:sp modelId="{893F05B1-DFB9-41FA-A1F9-25C18ABAD877}">
      <dsp:nvSpPr>
        <dsp:cNvPr id="0" name=""/>
        <dsp:cNvSpPr/>
      </dsp:nvSpPr>
      <dsp:spPr>
        <a:xfrm>
          <a:off x="2571051" y="2994664"/>
          <a:ext cx="849307" cy="424653"/>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YOLO(Folder Name)</a:t>
          </a:r>
          <a:endParaRPr lang="en-IN" sz="1200" kern="1200" dirty="0"/>
        </a:p>
      </dsp:txBody>
      <dsp:txXfrm>
        <a:off x="2571051" y="2994664"/>
        <a:ext cx="849307" cy="424653"/>
      </dsp:txXfrm>
    </dsp:sp>
    <dsp:sp modelId="{A9C191CF-6AA9-4B37-86ED-ED5270BAAF1A}">
      <dsp:nvSpPr>
        <dsp:cNvPr id="0" name=""/>
        <dsp:cNvSpPr/>
      </dsp:nvSpPr>
      <dsp:spPr>
        <a:xfrm>
          <a:off x="1896" y="3597673"/>
          <a:ext cx="849307" cy="424653"/>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Test</a:t>
          </a:r>
          <a:endParaRPr lang="en-IN" sz="1200" kern="1200" dirty="0"/>
        </a:p>
      </dsp:txBody>
      <dsp:txXfrm>
        <a:off x="1896" y="3597673"/>
        <a:ext cx="849307" cy="424653"/>
      </dsp:txXfrm>
    </dsp:sp>
    <dsp:sp modelId="{F4A16579-BA0E-4FC8-B792-B9CFB4FEAB96}">
      <dsp:nvSpPr>
        <dsp:cNvPr id="0" name=""/>
        <dsp:cNvSpPr/>
      </dsp:nvSpPr>
      <dsp:spPr>
        <a:xfrm>
          <a:off x="214223" y="4200681"/>
          <a:ext cx="849307" cy="424653"/>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images</a:t>
          </a:r>
          <a:endParaRPr lang="en-IN" sz="1200" kern="1200" dirty="0"/>
        </a:p>
      </dsp:txBody>
      <dsp:txXfrm>
        <a:off x="214223" y="4200681"/>
        <a:ext cx="849307" cy="424653"/>
      </dsp:txXfrm>
    </dsp:sp>
    <dsp:sp modelId="{53381643-0092-4D91-9F61-B858FC056129}">
      <dsp:nvSpPr>
        <dsp:cNvPr id="0" name=""/>
        <dsp:cNvSpPr/>
      </dsp:nvSpPr>
      <dsp:spPr>
        <a:xfrm>
          <a:off x="214223" y="4803689"/>
          <a:ext cx="849307" cy="424653"/>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labels</a:t>
          </a:r>
          <a:endParaRPr lang="en-IN" sz="1200" kern="1200" dirty="0"/>
        </a:p>
      </dsp:txBody>
      <dsp:txXfrm>
        <a:off x="214223" y="4803689"/>
        <a:ext cx="849307" cy="424653"/>
      </dsp:txXfrm>
    </dsp:sp>
    <dsp:sp modelId="{5D53ACB1-5DA1-4DC6-9436-3B16C853AFBD}">
      <dsp:nvSpPr>
        <dsp:cNvPr id="0" name=""/>
        <dsp:cNvSpPr/>
      </dsp:nvSpPr>
      <dsp:spPr>
        <a:xfrm>
          <a:off x="1029558" y="3597673"/>
          <a:ext cx="849307" cy="424653"/>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Train</a:t>
          </a:r>
          <a:endParaRPr lang="en-IN" sz="1200" kern="1200" dirty="0"/>
        </a:p>
      </dsp:txBody>
      <dsp:txXfrm>
        <a:off x="1029558" y="3597673"/>
        <a:ext cx="849307" cy="424653"/>
      </dsp:txXfrm>
    </dsp:sp>
    <dsp:sp modelId="{5BBC8D6A-5189-4E54-BC4E-9F934964259F}">
      <dsp:nvSpPr>
        <dsp:cNvPr id="0" name=""/>
        <dsp:cNvSpPr/>
      </dsp:nvSpPr>
      <dsp:spPr>
        <a:xfrm>
          <a:off x="1241885" y="4200681"/>
          <a:ext cx="849307" cy="424653"/>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images</a:t>
          </a:r>
          <a:endParaRPr lang="en-IN" sz="1200" kern="1200" dirty="0"/>
        </a:p>
      </dsp:txBody>
      <dsp:txXfrm>
        <a:off x="1241885" y="4200681"/>
        <a:ext cx="849307" cy="424653"/>
      </dsp:txXfrm>
    </dsp:sp>
    <dsp:sp modelId="{00094EE3-9518-472B-9F1F-C6BB8A1B3715}">
      <dsp:nvSpPr>
        <dsp:cNvPr id="0" name=""/>
        <dsp:cNvSpPr/>
      </dsp:nvSpPr>
      <dsp:spPr>
        <a:xfrm>
          <a:off x="1241885" y="4803689"/>
          <a:ext cx="849307" cy="424653"/>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labels</a:t>
          </a:r>
          <a:endParaRPr lang="en-IN" sz="1200" kern="1200" dirty="0"/>
        </a:p>
      </dsp:txBody>
      <dsp:txXfrm>
        <a:off x="1241885" y="4803689"/>
        <a:ext cx="849307" cy="424653"/>
      </dsp:txXfrm>
    </dsp:sp>
    <dsp:sp modelId="{F8DFAA57-91CE-4825-8353-89302DB67498}">
      <dsp:nvSpPr>
        <dsp:cNvPr id="0" name=""/>
        <dsp:cNvSpPr/>
      </dsp:nvSpPr>
      <dsp:spPr>
        <a:xfrm>
          <a:off x="1241885" y="5406697"/>
          <a:ext cx="849307" cy="424653"/>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err="1"/>
            <a:t>labels.cache</a:t>
          </a:r>
          <a:endParaRPr lang="en-IN" sz="1200" kern="1200" dirty="0"/>
        </a:p>
      </dsp:txBody>
      <dsp:txXfrm>
        <a:off x="1241885" y="5406697"/>
        <a:ext cx="849307" cy="424653"/>
      </dsp:txXfrm>
    </dsp:sp>
    <dsp:sp modelId="{60E29F7B-2C9B-44D5-A986-513D6ED2D128}">
      <dsp:nvSpPr>
        <dsp:cNvPr id="0" name=""/>
        <dsp:cNvSpPr/>
      </dsp:nvSpPr>
      <dsp:spPr>
        <a:xfrm>
          <a:off x="2057220" y="3597673"/>
          <a:ext cx="849307" cy="424653"/>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Valid</a:t>
          </a:r>
          <a:endParaRPr lang="en-IN" sz="1200" kern="1200" dirty="0"/>
        </a:p>
      </dsp:txBody>
      <dsp:txXfrm>
        <a:off x="2057220" y="3597673"/>
        <a:ext cx="849307" cy="424653"/>
      </dsp:txXfrm>
    </dsp:sp>
    <dsp:sp modelId="{EBC86C68-03F6-4456-BF0D-3DE685E7DF26}">
      <dsp:nvSpPr>
        <dsp:cNvPr id="0" name=""/>
        <dsp:cNvSpPr/>
      </dsp:nvSpPr>
      <dsp:spPr>
        <a:xfrm>
          <a:off x="2269547" y="4200681"/>
          <a:ext cx="849307" cy="424653"/>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images</a:t>
          </a:r>
          <a:endParaRPr lang="en-IN" sz="1200" kern="1200" dirty="0"/>
        </a:p>
      </dsp:txBody>
      <dsp:txXfrm>
        <a:off x="2269547" y="4200681"/>
        <a:ext cx="849307" cy="424653"/>
      </dsp:txXfrm>
    </dsp:sp>
    <dsp:sp modelId="{0538326D-8E6C-4D98-8C84-FC0E802AEBC5}">
      <dsp:nvSpPr>
        <dsp:cNvPr id="0" name=""/>
        <dsp:cNvSpPr/>
      </dsp:nvSpPr>
      <dsp:spPr>
        <a:xfrm>
          <a:off x="2269547" y="4803689"/>
          <a:ext cx="849307" cy="424653"/>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labels</a:t>
          </a:r>
          <a:endParaRPr lang="en-IN" sz="1200" kern="1200" dirty="0"/>
        </a:p>
      </dsp:txBody>
      <dsp:txXfrm>
        <a:off x="2269547" y="4803689"/>
        <a:ext cx="849307" cy="424653"/>
      </dsp:txXfrm>
    </dsp:sp>
    <dsp:sp modelId="{C5D51485-EA35-4692-B375-3CB311520412}">
      <dsp:nvSpPr>
        <dsp:cNvPr id="0" name=""/>
        <dsp:cNvSpPr/>
      </dsp:nvSpPr>
      <dsp:spPr>
        <a:xfrm>
          <a:off x="2269547" y="5406697"/>
          <a:ext cx="849307" cy="424653"/>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err="1"/>
            <a:t>labels.cache</a:t>
          </a:r>
          <a:endParaRPr lang="en-IN" sz="1200" kern="1200" dirty="0"/>
        </a:p>
      </dsp:txBody>
      <dsp:txXfrm>
        <a:off x="2269547" y="5406697"/>
        <a:ext cx="849307" cy="424653"/>
      </dsp:txXfrm>
    </dsp:sp>
    <dsp:sp modelId="{9A6ACC15-E7F8-45BE-AFA5-71765FABBC87}">
      <dsp:nvSpPr>
        <dsp:cNvPr id="0" name=""/>
        <dsp:cNvSpPr/>
      </dsp:nvSpPr>
      <dsp:spPr>
        <a:xfrm>
          <a:off x="3084882" y="3597673"/>
          <a:ext cx="849307" cy="424653"/>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README.dataset.txt</a:t>
          </a:r>
          <a:endParaRPr lang="en-IN" sz="1200" kern="1200" dirty="0"/>
        </a:p>
      </dsp:txBody>
      <dsp:txXfrm>
        <a:off x="3084882" y="3597673"/>
        <a:ext cx="849307" cy="424653"/>
      </dsp:txXfrm>
    </dsp:sp>
    <dsp:sp modelId="{4AB8B5DB-7B85-4076-93B6-90932F08B372}">
      <dsp:nvSpPr>
        <dsp:cNvPr id="0" name=""/>
        <dsp:cNvSpPr/>
      </dsp:nvSpPr>
      <dsp:spPr>
        <a:xfrm>
          <a:off x="4112544" y="3597673"/>
          <a:ext cx="849307" cy="424653"/>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README.roboflow.txt</a:t>
          </a:r>
          <a:endParaRPr lang="en-IN" sz="1200" kern="1200" dirty="0"/>
        </a:p>
      </dsp:txBody>
      <dsp:txXfrm>
        <a:off x="4112544" y="3597673"/>
        <a:ext cx="849307" cy="424653"/>
      </dsp:txXfrm>
    </dsp:sp>
    <dsp:sp modelId="{2EC74CA9-01E8-46E8-9D62-213BC11820E4}">
      <dsp:nvSpPr>
        <dsp:cNvPr id="0" name=""/>
        <dsp:cNvSpPr/>
      </dsp:nvSpPr>
      <dsp:spPr>
        <a:xfrm>
          <a:off x="5140206" y="3597673"/>
          <a:ext cx="849307" cy="424653"/>
        </a:xfrm>
        <a:prstGeom prst="re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err="1"/>
            <a:t>data.yaml</a:t>
          </a:r>
          <a:endParaRPr lang="en-IN" sz="1200" kern="1200" dirty="0"/>
        </a:p>
      </dsp:txBody>
      <dsp:txXfrm>
        <a:off x="5140206" y="3597673"/>
        <a:ext cx="849307" cy="4246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D6EC1E-E8B8-4C66-96B8-8800CF489DB6}">
      <dsp:nvSpPr>
        <dsp:cNvPr id="0" name=""/>
        <dsp:cNvSpPr/>
      </dsp:nvSpPr>
      <dsp:spPr>
        <a:xfrm>
          <a:off x="1099227" y="2532299"/>
          <a:ext cx="144415" cy="1126440"/>
        </a:xfrm>
        <a:custGeom>
          <a:avLst/>
          <a:gdLst/>
          <a:ahLst/>
          <a:cxnLst/>
          <a:rect l="0" t="0" r="0" b="0"/>
          <a:pathLst>
            <a:path>
              <a:moveTo>
                <a:pt x="0" y="0"/>
              </a:moveTo>
              <a:lnTo>
                <a:pt x="0" y="1126440"/>
              </a:lnTo>
              <a:lnTo>
                <a:pt x="144415" y="112644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79BE46A-AE28-400F-9C99-FD47C7D1F4E5}">
      <dsp:nvSpPr>
        <dsp:cNvPr id="0" name=""/>
        <dsp:cNvSpPr/>
      </dsp:nvSpPr>
      <dsp:spPr>
        <a:xfrm>
          <a:off x="1099227" y="2532299"/>
          <a:ext cx="144415" cy="442874"/>
        </a:xfrm>
        <a:custGeom>
          <a:avLst/>
          <a:gdLst/>
          <a:ahLst/>
          <a:cxnLst/>
          <a:rect l="0" t="0" r="0" b="0"/>
          <a:pathLst>
            <a:path>
              <a:moveTo>
                <a:pt x="0" y="0"/>
              </a:moveTo>
              <a:lnTo>
                <a:pt x="0" y="442874"/>
              </a:lnTo>
              <a:lnTo>
                <a:pt x="144415" y="44287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EEBB5BE-2D7D-4135-A3EC-6AA3D5D60A6F}">
      <dsp:nvSpPr>
        <dsp:cNvPr id="0" name=""/>
        <dsp:cNvSpPr/>
      </dsp:nvSpPr>
      <dsp:spPr>
        <a:xfrm>
          <a:off x="1438615" y="1848732"/>
          <a:ext cx="91440" cy="202181"/>
        </a:xfrm>
        <a:custGeom>
          <a:avLst/>
          <a:gdLst/>
          <a:ahLst/>
          <a:cxnLst/>
          <a:rect l="0" t="0" r="0" b="0"/>
          <a:pathLst>
            <a:path>
              <a:moveTo>
                <a:pt x="45720" y="0"/>
              </a:moveTo>
              <a:lnTo>
                <a:pt x="45720" y="202181"/>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0FEF5B-15E7-40DE-ABEC-34CB6036AC76}">
      <dsp:nvSpPr>
        <dsp:cNvPr id="0" name=""/>
        <dsp:cNvSpPr/>
      </dsp:nvSpPr>
      <dsp:spPr>
        <a:xfrm>
          <a:off x="1438615" y="1165165"/>
          <a:ext cx="91440" cy="202181"/>
        </a:xfrm>
        <a:custGeom>
          <a:avLst/>
          <a:gdLst/>
          <a:ahLst/>
          <a:cxnLst/>
          <a:rect l="0" t="0" r="0" b="0"/>
          <a:pathLst>
            <a:path>
              <a:moveTo>
                <a:pt x="45720" y="0"/>
              </a:moveTo>
              <a:lnTo>
                <a:pt x="45720" y="202181"/>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B3E79A3-A58C-4EE9-9017-A7B542266EFC}">
      <dsp:nvSpPr>
        <dsp:cNvPr id="0" name=""/>
        <dsp:cNvSpPr/>
      </dsp:nvSpPr>
      <dsp:spPr>
        <a:xfrm>
          <a:off x="1438615" y="481599"/>
          <a:ext cx="91440" cy="202181"/>
        </a:xfrm>
        <a:custGeom>
          <a:avLst/>
          <a:gdLst/>
          <a:ahLst/>
          <a:cxnLst/>
          <a:rect l="0" t="0" r="0" b="0"/>
          <a:pathLst>
            <a:path>
              <a:moveTo>
                <a:pt x="45720" y="0"/>
              </a:moveTo>
              <a:lnTo>
                <a:pt x="45720" y="202181"/>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72A761-861D-4A68-814B-FB12238F5FBC}">
      <dsp:nvSpPr>
        <dsp:cNvPr id="0" name=""/>
        <dsp:cNvSpPr/>
      </dsp:nvSpPr>
      <dsp:spPr>
        <a:xfrm>
          <a:off x="1002950" y="214"/>
          <a:ext cx="962770" cy="481385"/>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runs</a:t>
          </a:r>
          <a:endParaRPr lang="en-IN" sz="2200" kern="1200" dirty="0"/>
        </a:p>
      </dsp:txBody>
      <dsp:txXfrm>
        <a:off x="1002950" y="214"/>
        <a:ext cx="962770" cy="481385"/>
      </dsp:txXfrm>
    </dsp:sp>
    <dsp:sp modelId="{EFE2C2F4-D815-4E6D-96CE-F0BF3656DFB7}">
      <dsp:nvSpPr>
        <dsp:cNvPr id="0" name=""/>
        <dsp:cNvSpPr/>
      </dsp:nvSpPr>
      <dsp:spPr>
        <a:xfrm>
          <a:off x="1002950" y="683780"/>
          <a:ext cx="962770" cy="481385"/>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detect</a:t>
          </a:r>
          <a:endParaRPr lang="en-IN" sz="2200" kern="1200" dirty="0"/>
        </a:p>
      </dsp:txBody>
      <dsp:txXfrm>
        <a:off x="1002950" y="683780"/>
        <a:ext cx="962770" cy="481385"/>
      </dsp:txXfrm>
    </dsp:sp>
    <dsp:sp modelId="{E2594431-D2FC-4658-BA9D-36CBD2BB9A32}">
      <dsp:nvSpPr>
        <dsp:cNvPr id="0" name=""/>
        <dsp:cNvSpPr/>
      </dsp:nvSpPr>
      <dsp:spPr>
        <a:xfrm>
          <a:off x="1002950" y="1367347"/>
          <a:ext cx="962770" cy="481385"/>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train</a:t>
          </a:r>
          <a:endParaRPr lang="en-IN" sz="2200" kern="1200" dirty="0"/>
        </a:p>
      </dsp:txBody>
      <dsp:txXfrm>
        <a:off x="1002950" y="1367347"/>
        <a:ext cx="962770" cy="481385"/>
      </dsp:txXfrm>
    </dsp:sp>
    <dsp:sp modelId="{183FA21D-F63C-47DC-AEFB-C9869924701E}">
      <dsp:nvSpPr>
        <dsp:cNvPr id="0" name=""/>
        <dsp:cNvSpPr/>
      </dsp:nvSpPr>
      <dsp:spPr>
        <a:xfrm>
          <a:off x="1002950" y="2050914"/>
          <a:ext cx="962770" cy="481385"/>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Weights</a:t>
          </a:r>
          <a:endParaRPr lang="en-IN" sz="2200" kern="1200" dirty="0"/>
        </a:p>
      </dsp:txBody>
      <dsp:txXfrm>
        <a:off x="1002950" y="2050914"/>
        <a:ext cx="962770" cy="481385"/>
      </dsp:txXfrm>
    </dsp:sp>
    <dsp:sp modelId="{A32B187E-7703-4B4D-A761-8A54DE100C19}">
      <dsp:nvSpPr>
        <dsp:cNvPr id="0" name=""/>
        <dsp:cNvSpPr/>
      </dsp:nvSpPr>
      <dsp:spPr>
        <a:xfrm>
          <a:off x="1243643" y="2734481"/>
          <a:ext cx="962770" cy="481385"/>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best.pt</a:t>
          </a:r>
          <a:endParaRPr lang="en-IN" sz="2200" kern="1200" dirty="0"/>
        </a:p>
      </dsp:txBody>
      <dsp:txXfrm>
        <a:off x="1243643" y="2734481"/>
        <a:ext cx="962770" cy="481385"/>
      </dsp:txXfrm>
    </dsp:sp>
    <dsp:sp modelId="{C58B8293-6F52-416E-B42A-C82DBE0EE36F}">
      <dsp:nvSpPr>
        <dsp:cNvPr id="0" name=""/>
        <dsp:cNvSpPr/>
      </dsp:nvSpPr>
      <dsp:spPr>
        <a:xfrm>
          <a:off x="1243643" y="3418047"/>
          <a:ext cx="962770" cy="481385"/>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Last.pt</a:t>
          </a:r>
          <a:endParaRPr lang="en-IN" sz="2200" kern="1200" dirty="0"/>
        </a:p>
      </dsp:txBody>
      <dsp:txXfrm>
        <a:off x="1243643" y="3418047"/>
        <a:ext cx="962770" cy="481385"/>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83B4F-5EDF-443F-B33B-B369EB12A9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EBACA3F-60D5-4607-AF3B-2FCDB21F7C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5AF3C08-341F-4AAF-A054-414D5B69D89F}"/>
              </a:ext>
            </a:extLst>
          </p:cNvPr>
          <p:cNvSpPr>
            <a:spLocks noGrp="1"/>
          </p:cNvSpPr>
          <p:nvPr>
            <p:ph type="dt" sz="half" idx="10"/>
          </p:nvPr>
        </p:nvSpPr>
        <p:spPr/>
        <p:txBody>
          <a:bodyPr/>
          <a:lstStyle/>
          <a:p>
            <a:fld id="{A8785C7F-B55D-4A95-AF2C-677C2C85F249}" type="datetimeFigureOut">
              <a:rPr lang="en-IN" smtClean="0"/>
              <a:t>02-05-2025</a:t>
            </a:fld>
            <a:endParaRPr lang="en-IN"/>
          </a:p>
        </p:txBody>
      </p:sp>
      <p:sp>
        <p:nvSpPr>
          <p:cNvPr id="5" name="Footer Placeholder 4">
            <a:extLst>
              <a:ext uri="{FF2B5EF4-FFF2-40B4-BE49-F238E27FC236}">
                <a16:creationId xmlns:a16="http://schemas.microsoft.com/office/drawing/2014/main" id="{13A6C971-1ADB-41C5-941F-3B3B80FCC1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D3ACCF-4E10-4709-B266-ADB469F70AD8}"/>
              </a:ext>
            </a:extLst>
          </p:cNvPr>
          <p:cNvSpPr>
            <a:spLocks noGrp="1"/>
          </p:cNvSpPr>
          <p:nvPr>
            <p:ph type="sldNum" sz="quarter" idx="12"/>
          </p:nvPr>
        </p:nvSpPr>
        <p:spPr/>
        <p:txBody>
          <a:bodyPr/>
          <a:lstStyle/>
          <a:p>
            <a:fld id="{FFC04227-7DB5-4AF1-BCDF-864336C71C87}" type="slidenum">
              <a:rPr lang="en-IN" smtClean="0"/>
              <a:t>‹#›</a:t>
            </a:fld>
            <a:endParaRPr lang="en-IN"/>
          </a:p>
        </p:txBody>
      </p:sp>
    </p:spTree>
    <p:extLst>
      <p:ext uri="{BB962C8B-B14F-4D97-AF65-F5344CB8AC3E}">
        <p14:creationId xmlns:p14="http://schemas.microsoft.com/office/powerpoint/2010/main" val="2166681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2FA9F-F162-4A29-A167-87CD386A258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47379A-53BC-4377-BB2D-1CAABC7DCF9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4F906E-B417-4B39-BC38-7D03BEC8AED5}"/>
              </a:ext>
            </a:extLst>
          </p:cNvPr>
          <p:cNvSpPr>
            <a:spLocks noGrp="1"/>
          </p:cNvSpPr>
          <p:nvPr>
            <p:ph type="dt" sz="half" idx="10"/>
          </p:nvPr>
        </p:nvSpPr>
        <p:spPr/>
        <p:txBody>
          <a:bodyPr/>
          <a:lstStyle/>
          <a:p>
            <a:fld id="{A8785C7F-B55D-4A95-AF2C-677C2C85F249}" type="datetimeFigureOut">
              <a:rPr lang="en-IN" smtClean="0"/>
              <a:t>02-05-2025</a:t>
            </a:fld>
            <a:endParaRPr lang="en-IN"/>
          </a:p>
        </p:txBody>
      </p:sp>
      <p:sp>
        <p:nvSpPr>
          <p:cNvPr id="5" name="Footer Placeholder 4">
            <a:extLst>
              <a:ext uri="{FF2B5EF4-FFF2-40B4-BE49-F238E27FC236}">
                <a16:creationId xmlns:a16="http://schemas.microsoft.com/office/drawing/2014/main" id="{A209D71A-0CFE-4E42-986A-3C534860FA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59A94C-99D8-4795-89F3-9FD727F5CB8C}"/>
              </a:ext>
            </a:extLst>
          </p:cNvPr>
          <p:cNvSpPr>
            <a:spLocks noGrp="1"/>
          </p:cNvSpPr>
          <p:nvPr>
            <p:ph type="sldNum" sz="quarter" idx="12"/>
          </p:nvPr>
        </p:nvSpPr>
        <p:spPr/>
        <p:txBody>
          <a:bodyPr/>
          <a:lstStyle/>
          <a:p>
            <a:fld id="{FFC04227-7DB5-4AF1-BCDF-864336C71C87}" type="slidenum">
              <a:rPr lang="en-IN" smtClean="0"/>
              <a:t>‹#›</a:t>
            </a:fld>
            <a:endParaRPr lang="en-IN"/>
          </a:p>
        </p:txBody>
      </p:sp>
    </p:spTree>
    <p:extLst>
      <p:ext uri="{BB962C8B-B14F-4D97-AF65-F5344CB8AC3E}">
        <p14:creationId xmlns:p14="http://schemas.microsoft.com/office/powerpoint/2010/main" val="238917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5F73D-A211-42F7-86CD-D8EF19C4ED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E3ECC18-BF87-4BA2-B15F-B3AC3CBEF7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A56F332-98D9-4028-A271-003973D90E99}"/>
              </a:ext>
            </a:extLst>
          </p:cNvPr>
          <p:cNvSpPr>
            <a:spLocks noGrp="1"/>
          </p:cNvSpPr>
          <p:nvPr>
            <p:ph type="dt" sz="half" idx="10"/>
          </p:nvPr>
        </p:nvSpPr>
        <p:spPr/>
        <p:txBody>
          <a:bodyPr/>
          <a:lstStyle/>
          <a:p>
            <a:fld id="{A8785C7F-B55D-4A95-AF2C-677C2C85F249}" type="datetimeFigureOut">
              <a:rPr lang="en-IN" smtClean="0"/>
              <a:t>02-05-2025</a:t>
            </a:fld>
            <a:endParaRPr lang="en-IN"/>
          </a:p>
        </p:txBody>
      </p:sp>
      <p:sp>
        <p:nvSpPr>
          <p:cNvPr id="5" name="Footer Placeholder 4">
            <a:extLst>
              <a:ext uri="{FF2B5EF4-FFF2-40B4-BE49-F238E27FC236}">
                <a16:creationId xmlns:a16="http://schemas.microsoft.com/office/drawing/2014/main" id="{D44B5876-E50A-4F08-BFAB-27C9D2CDF8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7C201D-77BC-4892-8C58-BB86550652FB}"/>
              </a:ext>
            </a:extLst>
          </p:cNvPr>
          <p:cNvSpPr>
            <a:spLocks noGrp="1"/>
          </p:cNvSpPr>
          <p:nvPr>
            <p:ph type="sldNum" sz="quarter" idx="12"/>
          </p:nvPr>
        </p:nvSpPr>
        <p:spPr/>
        <p:txBody>
          <a:bodyPr/>
          <a:lstStyle/>
          <a:p>
            <a:fld id="{FFC04227-7DB5-4AF1-BCDF-864336C71C87}" type="slidenum">
              <a:rPr lang="en-IN" smtClean="0"/>
              <a:t>‹#›</a:t>
            </a:fld>
            <a:endParaRPr lang="en-IN"/>
          </a:p>
        </p:txBody>
      </p:sp>
    </p:spTree>
    <p:extLst>
      <p:ext uri="{BB962C8B-B14F-4D97-AF65-F5344CB8AC3E}">
        <p14:creationId xmlns:p14="http://schemas.microsoft.com/office/powerpoint/2010/main" val="4032033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A83DB-7369-41D9-97F1-7CC5E8C9AC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9D3E58B-26DE-4230-9C1C-4FFEE5282D9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7A98554-C8AF-461F-853E-5C2C37A1FF2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74FBAF8-091C-4975-91E7-7111D15EDB84}"/>
              </a:ext>
            </a:extLst>
          </p:cNvPr>
          <p:cNvSpPr>
            <a:spLocks noGrp="1"/>
          </p:cNvSpPr>
          <p:nvPr>
            <p:ph type="dt" sz="half" idx="10"/>
          </p:nvPr>
        </p:nvSpPr>
        <p:spPr/>
        <p:txBody>
          <a:bodyPr/>
          <a:lstStyle/>
          <a:p>
            <a:fld id="{A8785C7F-B55D-4A95-AF2C-677C2C85F249}" type="datetimeFigureOut">
              <a:rPr lang="en-IN" smtClean="0"/>
              <a:t>02-05-2025</a:t>
            </a:fld>
            <a:endParaRPr lang="en-IN"/>
          </a:p>
        </p:txBody>
      </p:sp>
      <p:sp>
        <p:nvSpPr>
          <p:cNvPr id="6" name="Footer Placeholder 5">
            <a:extLst>
              <a:ext uri="{FF2B5EF4-FFF2-40B4-BE49-F238E27FC236}">
                <a16:creationId xmlns:a16="http://schemas.microsoft.com/office/drawing/2014/main" id="{67C9AFF8-BC2E-4E9F-8C92-1ABE91BC87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AD4E9F-6853-471C-B100-4803225070C7}"/>
              </a:ext>
            </a:extLst>
          </p:cNvPr>
          <p:cNvSpPr>
            <a:spLocks noGrp="1"/>
          </p:cNvSpPr>
          <p:nvPr>
            <p:ph type="sldNum" sz="quarter" idx="12"/>
          </p:nvPr>
        </p:nvSpPr>
        <p:spPr/>
        <p:txBody>
          <a:bodyPr/>
          <a:lstStyle/>
          <a:p>
            <a:fld id="{FFC04227-7DB5-4AF1-BCDF-864336C71C87}" type="slidenum">
              <a:rPr lang="en-IN" smtClean="0"/>
              <a:t>‹#›</a:t>
            </a:fld>
            <a:endParaRPr lang="en-IN"/>
          </a:p>
        </p:txBody>
      </p:sp>
    </p:spTree>
    <p:extLst>
      <p:ext uri="{BB962C8B-B14F-4D97-AF65-F5344CB8AC3E}">
        <p14:creationId xmlns:p14="http://schemas.microsoft.com/office/powerpoint/2010/main" val="2530626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3DF8A-111B-4C6C-A4C7-2E31CA53568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61A04B-85A2-4F18-A73A-6CC1F8F200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8CCD12D-DD88-44FE-8183-1F8912586E0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DF7A909-516B-43A6-94F5-4C03CC71FE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0EEC901-ECE0-48F4-8AF4-71C9CF47048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F16447B-2A7E-4401-8B60-AA514B038171}"/>
              </a:ext>
            </a:extLst>
          </p:cNvPr>
          <p:cNvSpPr>
            <a:spLocks noGrp="1"/>
          </p:cNvSpPr>
          <p:nvPr>
            <p:ph type="dt" sz="half" idx="10"/>
          </p:nvPr>
        </p:nvSpPr>
        <p:spPr/>
        <p:txBody>
          <a:bodyPr/>
          <a:lstStyle/>
          <a:p>
            <a:fld id="{A8785C7F-B55D-4A95-AF2C-677C2C85F249}" type="datetimeFigureOut">
              <a:rPr lang="en-IN" smtClean="0"/>
              <a:t>02-05-2025</a:t>
            </a:fld>
            <a:endParaRPr lang="en-IN"/>
          </a:p>
        </p:txBody>
      </p:sp>
      <p:sp>
        <p:nvSpPr>
          <p:cNvPr id="8" name="Footer Placeholder 7">
            <a:extLst>
              <a:ext uri="{FF2B5EF4-FFF2-40B4-BE49-F238E27FC236}">
                <a16:creationId xmlns:a16="http://schemas.microsoft.com/office/drawing/2014/main" id="{0E8E5E7B-1B01-4701-8C8E-3E182B391E6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CE86CD-406F-4771-B273-F3AB73C9AFE8}"/>
              </a:ext>
            </a:extLst>
          </p:cNvPr>
          <p:cNvSpPr>
            <a:spLocks noGrp="1"/>
          </p:cNvSpPr>
          <p:nvPr>
            <p:ph type="sldNum" sz="quarter" idx="12"/>
          </p:nvPr>
        </p:nvSpPr>
        <p:spPr/>
        <p:txBody>
          <a:bodyPr/>
          <a:lstStyle/>
          <a:p>
            <a:fld id="{FFC04227-7DB5-4AF1-BCDF-864336C71C87}" type="slidenum">
              <a:rPr lang="en-IN" smtClean="0"/>
              <a:t>‹#›</a:t>
            </a:fld>
            <a:endParaRPr lang="en-IN"/>
          </a:p>
        </p:txBody>
      </p:sp>
    </p:spTree>
    <p:extLst>
      <p:ext uri="{BB962C8B-B14F-4D97-AF65-F5344CB8AC3E}">
        <p14:creationId xmlns:p14="http://schemas.microsoft.com/office/powerpoint/2010/main" val="3202727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E3787-E598-4488-82B2-9050D3ED155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E7AAD99-0CC6-4B2C-86AE-FB4930E8F3FA}"/>
              </a:ext>
            </a:extLst>
          </p:cNvPr>
          <p:cNvSpPr>
            <a:spLocks noGrp="1"/>
          </p:cNvSpPr>
          <p:nvPr>
            <p:ph type="dt" sz="half" idx="10"/>
          </p:nvPr>
        </p:nvSpPr>
        <p:spPr/>
        <p:txBody>
          <a:bodyPr/>
          <a:lstStyle/>
          <a:p>
            <a:fld id="{A8785C7F-B55D-4A95-AF2C-677C2C85F249}" type="datetimeFigureOut">
              <a:rPr lang="en-IN" smtClean="0"/>
              <a:t>02-05-2025</a:t>
            </a:fld>
            <a:endParaRPr lang="en-IN"/>
          </a:p>
        </p:txBody>
      </p:sp>
      <p:sp>
        <p:nvSpPr>
          <p:cNvPr id="4" name="Footer Placeholder 3">
            <a:extLst>
              <a:ext uri="{FF2B5EF4-FFF2-40B4-BE49-F238E27FC236}">
                <a16:creationId xmlns:a16="http://schemas.microsoft.com/office/drawing/2014/main" id="{DE373D5A-1381-4945-88CF-7837ED213D8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107453-99B2-4894-99AD-9E92D72288A7}"/>
              </a:ext>
            </a:extLst>
          </p:cNvPr>
          <p:cNvSpPr>
            <a:spLocks noGrp="1"/>
          </p:cNvSpPr>
          <p:nvPr>
            <p:ph type="sldNum" sz="quarter" idx="12"/>
          </p:nvPr>
        </p:nvSpPr>
        <p:spPr/>
        <p:txBody>
          <a:bodyPr/>
          <a:lstStyle/>
          <a:p>
            <a:fld id="{FFC04227-7DB5-4AF1-BCDF-864336C71C87}" type="slidenum">
              <a:rPr lang="en-IN" smtClean="0"/>
              <a:t>‹#›</a:t>
            </a:fld>
            <a:endParaRPr lang="en-IN"/>
          </a:p>
        </p:txBody>
      </p:sp>
    </p:spTree>
    <p:extLst>
      <p:ext uri="{BB962C8B-B14F-4D97-AF65-F5344CB8AC3E}">
        <p14:creationId xmlns:p14="http://schemas.microsoft.com/office/powerpoint/2010/main" val="3339806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4678E5-93C0-4351-9393-70EF81254D9E}"/>
              </a:ext>
            </a:extLst>
          </p:cNvPr>
          <p:cNvSpPr>
            <a:spLocks noGrp="1"/>
          </p:cNvSpPr>
          <p:nvPr>
            <p:ph type="dt" sz="half" idx="10"/>
          </p:nvPr>
        </p:nvSpPr>
        <p:spPr/>
        <p:txBody>
          <a:bodyPr/>
          <a:lstStyle/>
          <a:p>
            <a:fld id="{A8785C7F-B55D-4A95-AF2C-677C2C85F249}" type="datetimeFigureOut">
              <a:rPr lang="en-IN" smtClean="0"/>
              <a:t>02-05-2025</a:t>
            </a:fld>
            <a:endParaRPr lang="en-IN"/>
          </a:p>
        </p:txBody>
      </p:sp>
      <p:sp>
        <p:nvSpPr>
          <p:cNvPr id="3" name="Footer Placeholder 2">
            <a:extLst>
              <a:ext uri="{FF2B5EF4-FFF2-40B4-BE49-F238E27FC236}">
                <a16:creationId xmlns:a16="http://schemas.microsoft.com/office/drawing/2014/main" id="{DDBDD135-C5A6-4442-9DF8-EC47296A60C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F69C4C6-654D-4F15-8D66-C6CDCD1EADF9}"/>
              </a:ext>
            </a:extLst>
          </p:cNvPr>
          <p:cNvSpPr>
            <a:spLocks noGrp="1"/>
          </p:cNvSpPr>
          <p:nvPr>
            <p:ph type="sldNum" sz="quarter" idx="12"/>
          </p:nvPr>
        </p:nvSpPr>
        <p:spPr/>
        <p:txBody>
          <a:bodyPr/>
          <a:lstStyle/>
          <a:p>
            <a:fld id="{FFC04227-7DB5-4AF1-BCDF-864336C71C87}" type="slidenum">
              <a:rPr lang="en-IN" smtClean="0"/>
              <a:t>‹#›</a:t>
            </a:fld>
            <a:endParaRPr lang="en-IN"/>
          </a:p>
        </p:txBody>
      </p:sp>
    </p:spTree>
    <p:extLst>
      <p:ext uri="{BB962C8B-B14F-4D97-AF65-F5344CB8AC3E}">
        <p14:creationId xmlns:p14="http://schemas.microsoft.com/office/powerpoint/2010/main" val="1676039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31862-D1F8-4D7E-8D1F-2B5310F9F8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7166309-9A5D-46F2-B5E2-C807354505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C094823-8FDE-4C0F-B644-BB4FBC7101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930CA4B-2561-49EF-8399-33A4B3547C1B}"/>
              </a:ext>
            </a:extLst>
          </p:cNvPr>
          <p:cNvSpPr>
            <a:spLocks noGrp="1"/>
          </p:cNvSpPr>
          <p:nvPr>
            <p:ph type="dt" sz="half" idx="10"/>
          </p:nvPr>
        </p:nvSpPr>
        <p:spPr/>
        <p:txBody>
          <a:bodyPr/>
          <a:lstStyle/>
          <a:p>
            <a:fld id="{A8785C7F-B55D-4A95-AF2C-677C2C85F249}" type="datetimeFigureOut">
              <a:rPr lang="en-IN" smtClean="0"/>
              <a:t>02-05-2025</a:t>
            </a:fld>
            <a:endParaRPr lang="en-IN"/>
          </a:p>
        </p:txBody>
      </p:sp>
      <p:sp>
        <p:nvSpPr>
          <p:cNvPr id="6" name="Footer Placeholder 5">
            <a:extLst>
              <a:ext uri="{FF2B5EF4-FFF2-40B4-BE49-F238E27FC236}">
                <a16:creationId xmlns:a16="http://schemas.microsoft.com/office/drawing/2014/main" id="{32C17400-8A1D-4AD2-B3F3-093A77CB90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5A4F7B-9CC0-469F-A355-8CDB05D52F02}"/>
              </a:ext>
            </a:extLst>
          </p:cNvPr>
          <p:cNvSpPr>
            <a:spLocks noGrp="1"/>
          </p:cNvSpPr>
          <p:nvPr>
            <p:ph type="sldNum" sz="quarter" idx="12"/>
          </p:nvPr>
        </p:nvSpPr>
        <p:spPr/>
        <p:txBody>
          <a:bodyPr/>
          <a:lstStyle/>
          <a:p>
            <a:fld id="{FFC04227-7DB5-4AF1-BCDF-864336C71C87}" type="slidenum">
              <a:rPr lang="en-IN" smtClean="0"/>
              <a:t>‹#›</a:t>
            </a:fld>
            <a:endParaRPr lang="en-IN"/>
          </a:p>
        </p:txBody>
      </p:sp>
    </p:spTree>
    <p:extLst>
      <p:ext uri="{BB962C8B-B14F-4D97-AF65-F5344CB8AC3E}">
        <p14:creationId xmlns:p14="http://schemas.microsoft.com/office/powerpoint/2010/main" val="3321666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F2233-0532-4120-884E-628BD372DB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5DCEEF-D2CA-449D-849F-EAC01CE9BB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0D2A24E-88C2-4691-B8E0-589B8958AB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121357F-4265-4AD0-8EDD-21DE49F7073B}"/>
              </a:ext>
            </a:extLst>
          </p:cNvPr>
          <p:cNvSpPr>
            <a:spLocks noGrp="1"/>
          </p:cNvSpPr>
          <p:nvPr>
            <p:ph type="dt" sz="half" idx="10"/>
          </p:nvPr>
        </p:nvSpPr>
        <p:spPr/>
        <p:txBody>
          <a:bodyPr/>
          <a:lstStyle/>
          <a:p>
            <a:fld id="{A8785C7F-B55D-4A95-AF2C-677C2C85F249}" type="datetimeFigureOut">
              <a:rPr lang="en-IN" smtClean="0"/>
              <a:t>02-05-2025</a:t>
            </a:fld>
            <a:endParaRPr lang="en-IN"/>
          </a:p>
        </p:txBody>
      </p:sp>
      <p:sp>
        <p:nvSpPr>
          <p:cNvPr id="6" name="Footer Placeholder 5">
            <a:extLst>
              <a:ext uri="{FF2B5EF4-FFF2-40B4-BE49-F238E27FC236}">
                <a16:creationId xmlns:a16="http://schemas.microsoft.com/office/drawing/2014/main" id="{B6DEC7D7-18CE-4E44-95FE-43DD0BF2C4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484862-0A9A-4260-B0E5-A668F93BCDAC}"/>
              </a:ext>
            </a:extLst>
          </p:cNvPr>
          <p:cNvSpPr>
            <a:spLocks noGrp="1"/>
          </p:cNvSpPr>
          <p:nvPr>
            <p:ph type="sldNum" sz="quarter" idx="12"/>
          </p:nvPr>
        </p:nvSpPr>
        <p:spPr/>
        <p:txBody>
          <a:bodyPr/>
          <a:lstStyle/>
          <a:p>
            <a:fld id="{FFC04227-7DB5-4AF1-BCDF-864336C71C87}" type="slidenum">
              <a:rPr lang="en-IN" smtClean="0"/>
              <a:t>‹#›</a:t>
            </a:fld>
            <a:endParaRPr lang="en-IN"/>
          </a:p>
        </p:txBody>
      </p:sp>
    </p:spTree>
    <p:extLst>
      <p:ext uri="{BB962C8B-B14F-4D97-AF65-F5344CB8AC3E}">
        <p14:creationId xmlns:p14="http://schemas.microsoft.com/office/powerpoint/2010/main" val="1115357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9CFE7-B50B-4C16-BD9A-A1A86538E5E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DBCD69-4071-4AAE-AD27-6754956A201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48B37E-1B57-41DB-86EF-4730CCEC03E4}"/>
              </a:ext>
            </a:extLst>
          </p:cNvPr>
          <p:cNvSpPr>
            <a:spLocks noGrp="1"/>
          </p:cNvSpPr>
          <p:nvPr>
            <p:ph type="dt" sz="half" idx="10"/>
          </p:nvPr>
        </p:nvSpPr>
        <p:spPr/>
        <p:txBody>
          <a:bodyPr/>
          <a:lstStyle/>
          <a:p>
            <a:fld id="{A8785C7F-B55D-4A95-AF2C-677C2C85F249}" type="datetimeFigureOut">
              <a:rPr lang="en-IN" smtClean="0"/>
              <a:t>02-05-2025</a:t>
            </a:fld>
            <a:endParaRPr lang="en-IN"/>
          </a:p>
        </p:txBody>
      </p:sp>
      <p:sp>
        <p:nvSpPr>
          <p:cNvPr id="5" name="Footer Placeholder 4">
            <a:extLst>
              <a:ext uri="{FF2B5EF4-FFF2-40B4-BE49-F238E27FC236}">
                <a16:creationId xmlns:a16="http://schemas.microsoft.com/office/drawing/2014/main" id="{FE31572A-FB87-4349-A882-89A32AE5E1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0AE621-B7CA-4D17-A6FA-FA4233EB277C}"/>
              </a:ext>
            </a:extLst>
          </p:cNvPr>
          <p:cNvSpPr>
            <a:spLocks noGrp="1"/>
          </p:cNvSpPr>
          <p:nvPr>
            <p:ph type="sldNum" sz="quarter" idx="12"/>
          </p:nvPr>
        </p:nvSpPr>
        <p:spPr/>
        <p:txBody>
          <a:bodyPr/>
          <a:lstStyle/>
          <a:p>
            <a:fld id="{FFC04227-7DB5-4AF1-BCDF-864336C71C87}" type="slidenum">
              <a:rPr lang="en-IN" smtClean="0"/>
              <a:t>‹#›</a:t>
            </a:fld>
            <a:endParaRPr lang="en-IN"/>
          </a:p>
        </p:txBody>
      </p:sp>
    </p:spTree>
    <p:extLst>
      <p:ext uri="{BB962C8B-B14F-4D97-AF65-F5344CB8AC3E}">
        <p14:creationId xmlns:p14="http://schemas.microsoft.com/office/powerpoint/2010/main" val="812236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B8BE97-18C0-4627-962E-D866F5F8BE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CD9F2A-3502-497D-834F-287745BD546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BB4760-F7ED-46C0-B2FA-2C51B5D06428}"/>
              </a:ext>
            </a:extLst>
          </p:cNvPr>
          <p:cNvSpPr>
            <a:spLocks noGrp="1"/>
          </p:cNvSpPr>
          <p:nvPr>
            <p:ph type="dt" sz="half" idx="10"/>
          </p:nvPr>
        </p:nvSpPr>
        <p:spPr/>
        <p:txBody>
          <a:bodyPr/>
          <a:lstStyle/>
          <a:p>
            <a:fld id="{A8785C7F-B55D-4A95-AF2C-677C2C85F249}" type="datetimeFigureOut">
              <a:rPr lang="en-IN" smtClean="0"/>
              <a:t>02-05-2025</a:t>
            </a:fld>
            <a:endParaRPr lang="en-IN"/>
          </a:p>
        </p:txBody>
      </p:sp>
      <p:sp>
        <p:nvSpPr>
          <p:cNvPr id="5" name="Footer Placeholder 4">
            <a:extLst>
              <a:ext uri="{FF2B5EF4-FFF2-40B4-BE49-F238E27FC236}">
                <a16:creationId xmlns:a16="http://schemas.microsoft.com/office/drawing/2014/main" id="{E4347AF7-784A-4A96-9984-4B65CB6BF2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D48BAB-AF3B-4721-A4F7-8A775E9A294A}"/>
              </a:ext>
            </a:extLst>
          </p:cNvPr>
          <p:cNvSpPr>
            <a:spLocks noGrp="1"/>
          </p:cNvSpPr>
          <p:nvPr>
            <p:ph type="sldNum" sz="quarter" idx="12"/>
          </p:nvPr>
        </p:nvSpPr>
        <p:spPr/>
        <p:txBody>
          <a:bodyPr/>
          <a:lstStyle/>
          <a:p>
            <a:fld id="{FFC04227-7DB5-4AF1-BCDF-864336C71C87}" type="slidenum">
              <a:rPr lang="en-IN" smtClean="0"/>
              <a:t>‹#›</a:t>
            </a:fld>
            <a:endParaRPr lang="en-IN"/>
          </a:p>
        </p:txBody>
      </p:sp>
    </p:spTree>
    <p:extLst>
      <p:ext uri="{BB962C8B-B14F-4D97-AF65-F5344CB8AC3E}">
        <p14:creationId xmlns:p14="http://schemas.microsoft.com/office/powerpoint/2010/main" val="3366888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3AC7F6-2BD2-456F-94BB-3F73EF02B6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15CAD98-4CD8-47BB-8124-589705FC03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8A454B-8B06-4A9C-A949-E56C04C1C3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785C7F-B55D-4A95-AF2C-677C2C85F249}" type="datetimeFigureOut">
              <a:rPr lang="en-IN" smtClean="0"/>
              <a:t>02-05-2025</a:t>
            </a:fld>
            <a:endParaRPr lang="en-IN"/>
          </a:p>
        </p:txBody>
      </p:sp>
      <p:sp>
        <p:nvSpPr>
          <p:cNvPr id="5" name="Footer Placeholder 4">
            <a:extLst>
              <a:ext uri="{FF2B5EF4-FFF2-40B4-BE49-F238E27FC236}">
                <a16:creationId xmlns:a16="http://schemas.microsoft.com/office/drawing/2014/main" id="{FF612EBE-0011-4F91-A0BE-62D190A1F7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DF4933B-DFA0-4DC5-9305-2144319387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C04227-7DB5-4AF1-BCDF-864336C71C87}" type="slidenum">
              <a:rPr lang="en-IN" smtClean="0"/>
              <a:t>‹#›</a:t>
            </a:fld>
            <a:endParaRPr lang="en-IN"/>
          </a:p>
        </p:txBody>
      </p:sp>
    </p:spTree>
    <p:extLst>
      <p:ext uri="{BB962C8B-B14F-4D97-AF65-F5344CB8AC3E}">
        <p14:creationId xmlns:p14="http://schemas.microsoft.com/office/powerpoint/2010/main" val="38549499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hyperlink" Target="https://public.roboflow.com/object-detection/bccd/4"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12345aswini/aswini/blob/main/mini.ipynb"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yolov8.com/" TargetMode="External"/><Relationship Id="rId2" Type="http://schemas.openxmlformats.org/officeDocument/2006/relationships/hyperlink" Target="https://public.roboflow.com/object-detection/bccd/4" TargetMode="External"/><Relationship Id="rId1" Type="http://schemas.openxmlformats.org/officeDocument/2006/relationships/slideLayout" Target="../slideLayouts/slideLayout2.xml"/><Relationship Id="rId6" Type="http://schemas.openxmlformats.org/officeDocument/2006/relationships/hyperlink" Target="https://kili-technology.com/data-labeling/machine-learning/yolo-algorithm-real-time-object-detection-from-a-to-z" TargetMode="External"/><Relationship Id="rId5" Type="http://schemas.openxmlformats.org/officeDocument/2006/relationships/hyperlink" Target="https://medlineplus.gov/blood.html" TargetMode="External"/><Relationship Id="rId4" Type="http://schemas.openxmlformats.org/officeDocument/2006/relationships/hyperlink" Target="https://www.geeksforgeeks.org/introduction-deep-learning/"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79009-7855-4A83-97F4-D7DBEFA36E7E}"/>
              </a:ext>
            </a:extLst>
          </p:cNvPr>
          <p:cNvSpPr>
            <a:spLocks noGrp="1"/>
          </p:cNvSpPr>
          <p:nvPr>
            <p:ph type="ctrTitle"/>
          </p:nvPr>
        </p:nvSpPr>
        <p:spPr>
          <a:xfrm>
            <a:off x="1524000" y="699797"/>
            <a:ext cx="9144000" cy="1917898"/>
          </a:xfrm>
        </p:spPr>
        <p:txBody>
          <a:bodyPr>
            <a:normAutofit/>
          </a:bodyPr>
          <a:lstStyle/>
          <a:p>
            <a:r>
              <a:rPr lang="en-IN" sz="3800" b="1" dirty="0">
                <a:latin typeface="Times New Roman" panose="02020603050405020304" pitchFamily="18" charset="0"/>
                <a:cs typeface="Times New Roman" panose="02020603050405020304" pitchFamily="18" charset="0"/>
              </a:rPr>
              <a:t>Developing  Application For Predicting RBC,WBC And Platelets Count With Microscopic Blood Image and </a:t>
            </a:r>
            <a:r>
              <a:rPr lang="en-IN" sz="3800" b="1" dirty="0" err="1">
                <a:latin typeface="Times New Roman" panose="02020603050405020304" pitchFamily="18" charset="0"/>
                <a:cs typeface="Times New Roman" panose="02020603050405020304" pitchFamily="18" charset="0"/>
              </a:rPr>
              <a:t>Yolo</a:t>
            </a:r>
            <a:r>
              <a:rPr lang="en-IN" sz="3800" b="1" dirty="0">
                <a:latin typeface="Times New Roman" panose="02020603050405020304" pitchFamily="18" charset="0"/>
                <a:cs typeface="Times New Roman" panose="02020603050405020304" pitchFamily="18" charset="0"/>
              </a:rPr>
              <a:t> Model</a:t>
            </a:r>
          </a:p>
        </p:txBody>
      </p:sp>
      <p:sp>
        <p:nvSpPr>
          <p:cNvPr id="3" name="Subtitle 2">
            <a:extLst>
              <a:ext uri="{FF2B5EF4-FFF2-40B4-BE49-F238E27FC236}">
                <a16:creationId xmlns:a16="http://schemas.microsoft.com/office/drawing/2014/main" id="{1649F80B-2D91-4EB0-A393-C128E7043881}"/>
              </a:ext>
            </a:extLst>
          </p:cNvPr>
          <p:cNvSpPr>
            <a:spLocks noGrp="1"/>
          </p:cNvSpPr>
          <p:nvPr>
            <p:ph type="subTitle" idx="1"/>
          </p:nvPr>
        </p:nvSpPr>
        <p:spPr>
          <a:xfrm>
            <a:off x="3039035" y="3429000"/>
            <a:ext cx="8256493" cy="3363686"/>
          </a:xfrm>
        </p:spPr>
        <p:txBody>
          <a:bodyPr>
            <a:noAutofit/>
          </a:bodyPr>
          <a:lstStyle/>
          <a:p>
            <a:r>
              <a:rPr lang="en-US" sz="2000" dirty="0">
                <a:latin typeface="Times New Roman" panose="02020603050405020304" pitchFamily="18" charset="0"/>
                <a:cs typeface="Times New Roman" panose="02020603050405020304" pitchFamily="18" charset="0"/>
              </a:rPr>
              <a:t>			  Guide      – Krishna Kumar Singh                                                           </a:t>
            </a:r>
          </a:p>
          <a:p>
            <a:r>
              <a:rPr lang="en-US" sz="2000" dirty="0">
                <a:latin typeface="Times New Roman" panose="02020603050405020304" pitchFamily="18" charset="0"/>
                <a:cs typeface="Times New Roman" panose="02020603050405020304" pitchFamily="18" charset="0"/>
              </a:rPr>
              <a:t>				N190685 - </a:t>
            </a:r>
            <a:r>
              <a:rPr lang="en-US" sz="2000" dirty="0" err="1">
                <a:latin typeface="Times New Roman" panose="02020603050405020304" pitchFamily="18" charset="0"/>
                <a:cs typeface="Times New Roman" panose="02020603050405020304" pitchFamily="18" charset="0"/>
              </a:rPr>
              <a:t>Kamatham</a:t>
            </a:r>
            <a:r>
              <a:rPr lang="en-US" sz="2000" dirty="0">
                <a:latin typeface="Times New Roman" panose="02020603050405020304" pitchFamily="18" charset="0"/>
                <a:cs typeface="Times New Roman" panose="02020603050405020304" pitchFamily="18" charset="0"/>
              </a:rPr>
              <a:t> Narasimha Reddy</a:t>
            </a:r>
          </a:p>
          <a:p>
            <a:r>
              <a:rPr lang="en-US" sz="2000" dirty="0">
                <a:latin typeface="Times New Roman" panose="02020603050405020304" pitchFamily="18" charset="0"/>
                <a:cs typeface="Times New Roman" panose="02020603050405020304" pitchFamily="18" charset="0"/>
              </a:rPr>
              <a:t>                                                           N191122 – </a:t>
            </a:r>
            <a:r>
              <a:rPr lang="en-US" sz="2000" dirty="0" err="1">
                <a:latin typeface="Times New Roman" panose="02020603050405020304" pitchFamily="18" charset="0"/>
                <a:cs typeface="Times New Roman" panose="02020603050405020304" pitchFamily="18" charset="0"/>
              </a:rPr>
              <a:t>Kadi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Shanmukha</a:t>
            </a:r>
            <a:r>
              <a:rPr lang="en-US" sz="2000" dirty="0">
                <a:latin typeface="Times New Roman" panose="02020603050405020304" pitchFamily="18" charset="0"/>
                <a:cs typeface="Times New Roman" panose="02020603050405020304" pitchFamily="18" charset="0"/>
              </a:rPr>
              <a:t> Sai Vignesh</a:t>
            </a:r>
          </a:p>
          <a:p>
            <a:r>
              <a:rPr lang="en-US" sz="2000" dirty="0">
                <a:latin typeface="Times New Roman" panose="02020603050405020304" pitchFamily="18" charset="0"/>
                <a:cs typeface="Times New Roman" panose="02020603050405020304" pitchFamily="18" charset="0"/>
              </a:rPr>
              <a:t>                                  N190662 – </a:t>
            </a:r>
            <a:r>
              <a:rPr lang="en-US" sz="2000" dirty="0" err="1">
                <a:latin typeface="Times New Roman" panose="02020603050405020304" pitchFamily="18" charset="0"/>
                <a:cs typeface="Times New Roman" panose="02020603050405020304" pitchFamily="18" charset="0"/>
              </a:rPr>
              <a:t>Dasari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Aswini</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N190729 – </a:t>
            </a:r>
            <a:r>
              <a:rPr lang="en-US" sz="2000" dirty="0" err="1">
                <a:latin typeface="Times New Roman" panose="02020603050405020304" pitchFamily="18" charset="0"/>
                <a:cs typeface="Times New Roman" panose="02020603050405020304" pitchFamily="18" charset="0"/>
              </a:rPr>
              <a:t>Yadlapalli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Supriya</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N190851 – </a:t>
            </a:r>
            <a:r>
              <a:rPr lang="en-US" sz="2000" dirty="0" err="1">
                <a:latin typeface="Times New Roman" panose="02020603050405020304" pitchFamily="18" charset="0"/>
                <a:cs typeface="Times New Roman" panose="02020603050405020304" pitchFamily="18" charset="0"/>
              </a:rPr>
              <a:t>Chintada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Tharun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6661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89AD3-BB5D-4659-B698-111ACE7734B7}"/>
              </a:ext>
            </a:extLst>
          </p:cNvPr>
          <p:cNvSpPr>
            <a:spLocks noGrp="1"/>
          </p:cNvSpPr>
          <p:nvPr>
            <p:ph type="title"/>
          </p:nvPr>
        </p:nvSpPr>
        <p:spPr>
          <a:xfrm>
            <a:off x="838200" y="121285"/>
            <a:ext cx="10515600" cy="1325563"/>
          </a:xfrm>
        </p:spPr>
        <p:txBody>
          <a:bodyPr/>
          <a:lstStyle/>
          <a:p>
            <a:r>
              <a:rPr lang="en-US" b="1" dirty="0">
                <a:latin typeface="Times New Roman" panose="02020603050405020304" pitchFamily="18" charset="0"/>
                <a:cs typeface="Times New Roman" panose="02020603050405020304" pitchFamily="18" charset="0"/>
              </a:rPr>
              <a:t>Table of Contents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93D4C8D-9D19-43AB-B0BF-F905EE320190}"/>
              </a:ext>
            </a:extLst>
          </p:cNvPr>
          <p:cNvSpPr>
            <a:spLocks noGrp="1"/>
          </p:cNvSpPr>
          <p:nvPr>
            <p:ph idx="1"/>
          </p:nvPr>
        </p:nvSpPr>
        <p:spPr>
          <a:xfrm>
            <a:off x="466531" y="1253331"/>
            <a:ext cx="10887269" cy="6201828"/>
          </a:xfrm>
        </p:spPr>
        <p:txBody>
          <a:bodyPr>
            <a:noAutofit/>
          </a:bodyPr>
          <a:lstStyle/>
          <a:p>
            <a:r>
              <a:rPr lang="en-US" sz="1600" dirty="0"/>
              <a:t>Abstract</a:t>
            </a:r>
          </a:p>
          <a:p>
            <a:r>
              <a:rPr lang="en-US" sz="1600" dirty="0"/>
              <a:t>Objective</a:t>
            </a:r>
          </a:p>
          <a:p>
            <a:r>
              <a:rPr lang="en-US" sz="1600" dirty="0"/>
              <a:t>Introduction</a:t>
            </a:r>
          </a:p>
          <a:p>
            <a:pPr marL="0" indent="0">
              <a:buNone/>
            </a:pPr>
            <a:r>
              <a:rPr lang="en-US" sz="1600" dirty="0"/>
              <a:t>        - Blood Cells</a:t>
            </a:r>
          </a:p>
          <a:p>
            <a:r>
              <a:rPr lang="en-US" sz="1600" dirty="0"/>
              <a:t>YOLO</a:t>
            </a:r>
          </a:p>
          <a:p>
            <a:pPr marL="0" indent="0">
              <a:buNone/>
            </a:pPr>
            <a:r>
              <a:rPr lang="en-US" sz="1600" dirty="0"/>
              <a:t>         - How Yolo Works</a:t>
            </a:r>
          </a:p>
          <a:p>
            <a:pPr marL="0" indent="0">
              <a:buNone/>
            </a:pPr>
            <a:r>
              <a:rPr lang="en-US" sz="1600" dirty="0"/>
              <a:t>         - How we are using it</a:t>
            </a:r>
          </a:p>
          <a:p>
            <a:r>
              <a:rPr lang="en-US" sz="1600" dirty="0"/>
              <a:t>Dataset</a:t>
            </a:r>
          </a:p>
          <a:p>
            <a:r>
              <a:rPr lang="en-US" sz="1600" dirty="0"/>
              <a:t>File Structure</a:t>
            </a:r>
          </a:p>
          <a:p>
            <a:r>
              <a:rPr lang="en-US" sz="1600" dirty="0"/>
              <a:t>Python Implementation</a:t>
            </a:r>
          </a:p>
          <a:p>
            <a:r>
              <a:rPr lang="en-US" sz="1600" dirty="0"/>
              <a:t>Accuracy</a:t>
            </a:r>
          </a:p>
          <a:p>
            <a:r>
              <a:rPr lang="en-US" sz="1600" dirty="0" err="1"/>
              <a:t>Streamlit</a:t>
            </a:r>
            <a:r>
              <a:rPr lang="en-US" sz="1600" dirty="0"/>
              <a:t> Application</a:t>
            </a:r>
          </a:p>
          <a:p>
            <a:r>
              <a:rPr lang="en-US" sz="1600" dirty="0"/>
              <a:t>Challenges and Solutions</a:t>
            </a:r>
          </a:p>
          <a:p>
            <a:r>
              <a:rPr lang="en-US" sz="1600" dirty="0"/>
              <a:t>Future Work </a:t>
            </a:r>
          </a:p>
          <a:p>
            <a:r>
              <a:rPr lang="en-US" sz="1600" dirty="0"/>
              <a:t>Result</a:t>
            </a:r>
          </a:p>
          <a:p>
            <a:r>
              <a:rPr lang="en-US" sz="1600" dirty="0"/>
              <a:t>References</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2644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FAA52-3C4C-415E-9DAF-FC9573A8D6BB}"/>
              </a:ext>
            </a:extLst>
          </p:cNvPr>
          <p:cNvSpPr>
            <a:spLocks noGrp="1"/>
          </p:cNvSpPr>
          <p:nvPr>
            <p:ph type="title"/>
          </p:nvPr>
        </p:nvSpPr>
        <p:spPr>
          <a:xfrm>
            <a:off x="838200" y="18255"/>
            <a:ext cx="10515600" cy="1325563"/>
          </a:xfrm>
        </p:spPr>
        <p:txBody>
          <a:bodyPr/>
          <a:lstStyle/>
          <a:p>
            <a:r>
              <a:rPr lang="en-US"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AF23FD8-171F-4DB1-8135-F8F35AC927E1}"/>
              </a:ext>
            </a:extLst>
          </p:cNvPr>
          <p:cNvSpPr>
            <a:spLocks noGrp="1"/>
          </p:cNvSpPr>
          <p:nvPr>
            <p:ph idx="1"/>
          </p:nvPr>
        </p:nvSpPr>
        <p:spPr>
          <a:xfrm>
            <a:off x="838200" y="1077118"/>
            <a:ext cx="10515600" cy="4703763"/>
          </a:xfrm>
        </p:spPr>
        <p:txBody>
          <a:bodyPr>
            <a:noAutofit/>
          </a:bodyPr>
          <a:lstStyle/>
          <a:p>
            <a:r>
              <a:rPr lang="en-US" dirty="0"/>
              <a:t>This study develops a method for automated blood cell counting using the YOLO model. </a:t>
            </a:r>
          </a:p>
          <a:p>
            <a:r>
              <a:rPr lang="en-US" dirty="0"/>
              <a:t>We train the model with a dataset of microscopic blood images. The model is then tested to output counts of red blood cells (RBCs), white blood cells (WBCs), and platelets. </a:t>
            </a:r>
          </a:p>
          <a:p>
            <a:r>
              <a:rPr lang="en-US" dirty="0"/>
              <a:t>This approach aims to provide a fast, accurate tool for hematological analysis.</a:t>
            </a:r>
          </a:p>
          <a:p>
            <a:r>
              <a:rPr lang="en-US" dirty="0"/>
              <a:t> Our results show the YOLO model effectively identifies and quantifies blood cells in microscopic images.</a:t>
            </a:r>
          </a:p>
          <a:p>
            <a:r>
              <a:rPr lang="en-US" dirty="0"/>
              <a:t>We effectively identify and quantify blood cells in microscopic images using the YOLO model.</a:t>
            </a:r>
            <a:endParaRPr lang="en-IN" dirty="0"/>
          </a:p>
          <a:p>
            <a:pPr marL="0" lvl="1"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1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0F110-0AA7-49A3-825B-FA40FA03929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Objective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35F5085-A475-4A8B-AD17-6849EA488F7C}"/>
              </a:ext>
            </a:extLst>
          </p:cNvPr>
          <p:cNvSpPr>
            <a:spLocks noGrp="1"/>
          </p:cNvSpPr>
          <p:nvPr>
            <p:ph idx="1"/>
          </p:nvPr>
        </p:nvSpPr>
        <p:spPr>
          <a:xfrm>
            <a:off x="838200" y="1690687"/>
            <a:ext cx="10515600" cy="4486275"/>
          </a:xfrm>
        </p:spPr>
        <p:txBody>
          <a:bodyPr>
            <a:noAutofit/>
          </a:bodyPr>
          <a:lstStyle/>
          <a:p>
            <a:r>
              <a:rPr lang="en-US" sz="2400" dirty="0">
                <a:latin typeface="Times New Roman" panose="02020603050405020304" pitchFamily="18" charset="0"/>
                <a:cs typeface="Times New Roman" panose="02020603050405020304" pitchFamily="18" charset="0"/>
              </a:rPr>
              <a:t>Diagnosing medical conditions and keeping track of existing ones , evaluating overall health, and detecting blood disorders.</a:t>
            </a:r>
          </a:p>
          <a:p>
            <a:r>
              <a:rPr lang="en-US" sz="2400" dirty="0">
                <a:latin typeface="Times New Roman" panose="02020603050405020304" pitchFamily="18" charset="0"/>
                <a:cs typeface="Times New Roman" panose="02020603050405020304" pitchFamily="18" charset="0"/>
              </a:rPr>
              <a:t>It will reduce the cost of CBC (Complete Blood Count) and minimize blood wastage. It delivers reliable service . </a:t>
            </a:r>
          </a:p>
          <a:p>
            <a:r>
              <a:rPr lang="en-US" sz="2400" dirty="0">
                <a:latin typeface="Times New Roman" panose="02020603050405020304" pitchFamily="18" charset="0"/>
                <a:cs typeface="Times New Roman" panose="02020603050405020304" pitchFamily="18" charset="0"/>
              </a:rPr>
              <a:t>Automated systems  will be introduced to identify and categorize  RBCs, WBCs and Platelets in blood samples . </a:t>
            </a:r>
          </a:p>
          <a:p>
            <a:r>
              <a:rPr lang="en-US" sz="2400" dirty="0">
                <a:latin typeface="Times New Roman" panose="02020603050405020304" pitchFamily="18" charset="0"/>
                <a:cs typeface="Times New Roman" panose="02020603050405020304" pitchFamily="18" charset="0"/>
              </a:rPr>
              <a:t>This process removes the need for manual analysis, increasing efficiency and accuracy in blood tests . </a:t>
            </a:r>
          </a:p>
          <a:p>
            <a:r>
              <a:rPr lang="en-US" sz="2400" dirty="0">
                <a:latin typeface="Times New Roman" panose="02020603050405020304" pitchFamily="18" charset="0"/>
                <a:cs typeface="Times New Roman" panose="02020603050405020304" pitchFamily="18" charset="0"/>
              </a:rPr>
              <a:t>It will Enhance accuracy and efficiency of BCC(Blood Cell Count) through deep learning .</a:t>
            </a:r>
          </a:p>
          <a:p>
            <a:r>
              <a:rPr lang="en-US" sz="2400" dirty="0">
                <a:latin typeface="Times New Roman" panose="02020603050405020304" pitchFamily="18" charset="0"/>
                <a:cs typeface="Times New Roman" panose="02020603050405020304" pitchFamily="18" charset="0"/>
              </a:rPr>
              <a:t>Training with large datasets enhances the accuracy and efficiency of CBC through deep learning</a:t>
            </a:r>
          </a:p>
          <a:p>
            <a:pPr marL="0" indent="0">
              <a:buNone/>
            </a:pPr>
            <a:r>
              <a:rPr lang="en-US" sz="2400" dirty="0">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2919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9417E-DFC6-40E8-919C-C2ECC103155E}"/>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437BE6A7-26D9-4D72-83F3-91A7D31DB401}"/>
              </a:ext>
            </a:extLst>
          </p:cNvPr>
          <p:cNvSpPr>
            <a:spLocks noGrp="1"/>
          </p:cNvSpPr>
          <p:nvPr>
            <p:ph idx="1"/>
          </p:nvPr>
        </p:nvSpPr>
        <p:spPr>
          <a:xfrm>
            <a:off x="838200" y="1425388"/>
            <a:ext cx="10515600" cy="5067487"/>
          </a:xfrm>
        </p:spPr>
        <p:txBody>
          <a:bodyPr>
            <a:normAutofit/>
          </a:bodyPr>
          <a:lstStyle/>
          <a:p>
            <a:r>
              <a:rPr lang="en-US" sz="2400" dirty="0">
                <a:latin typeface="Times New Roman" panose="02020603050405020304" pitchFamily="18" charset="0"/>
                <a:cs typeface="Times New Roman" panose="02020603050405020304" pitchFamily="18" charset="0"/>
              </a:rPr>
              <a:t>Deep learning is the branch of machine learning that is based on artificial neural network architecture [3].</a:t>
            </a:r>
            <a:r>
              <a:rPr lang="en-US" sz="2400" u="sng"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Blood is made up of liquid and solids . The solid part of your blood contains red blood cells, white blood cells, and platelets Blood tests such as blood count tests help doctors check for certain diseases and conditions [4].</a:t>
            </a:r>
          </a:p>
          <a:p>
            <a:r>
              <a:rPr lang="en-US" sz="2400" dirty="0"/>
              <a:t>YOLO (You Only Look Once) is a object detector that uses a convolutional neural network (CNN) to predict the bounding boxes and class probabilities of objects in input images [5]. </a:t>
            </a:r>
          </a:p>
          <a:p>
            <a:r>
              <a:rPr lang="en-US" sz="2400" dirty="0"/>
              <a:t>YOLO model is used to predict the count of RBCs, WBCs, and platelets in microscopic images.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1657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7E87E-34DE-4415-AF00-42FB26BF2576}"/>
              </a:ext>
            </a:extLst>
          </p:cNvPr>
          <p:cNvSpPr>
            <a:spLocks noGrp="1"/>
          </p:cNvSpPr>
          <p:nvPr>
            <p:ph type="title"/>
          </p:nvPr>
        </p:nvSpPr>
        <p:spPr>
          <a:xfrm>
            <a:off x="335280" y="162045"/>
            <a:ext cx="11018520" cy="1342664"/>
          </a:xfrm>
        </p:spPr>
        <p:txBody>
          <a:bodyPr>
            <a:normAutofit/>
          </a:bodyPr>
          <a:lstStyle/>
          <a:p>
            <a:r>
              <a:rPr lang="en-US" b="1" dirty="0">
                <a:latin typeface="Times New Roman" panose="02020603050405020304" pitchFamily="18" charset="0"/>
                <a:cs typeface="Times New Roman" panose="02020603050405020304" pitchFamily="18" charset="0"/>
              </a:rPr>
              <a:t>Blood Cells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F4FE4F9-B3E9-4AE8-8E8F-FBF3C98F3A85}"/>
              </a:ext>
            </a:extLst>
          </p:cNvPr>
          <p:cNvSpPr>
            <a:spLocks noGrp="1"/>
          </p:cNvSpPr>
          <p:nvPr>
            <p:ph idx="1"/>
          </p:nvPr>
        </p:nvSpPr>
        <p:spPr>
          <a:xfrm>
            <a:off x="-84044" y="833377"/>
            <a:ext cx="7022726" cy="5054219"/>
          </a:xfrm>
        </p:spPr>
        <p:txBody>
          <a:bodyPr>
            <a:noAutofit/>
          </a:bodyPr>
          <a:lstStyle/>
          <a:p>
            <a:pPr marL="0" indent="0">
              <a:buNone/>
            </a:pPr>
            <a:endParaRPr lang="en-US" sz="24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Red blood cells transport oxygen from the lungs to the body’s tissues [4].</a:t>
            </a:r>
          </a:p>
          <a:p>
            <a:pPr lvl="1"/>
            <a:r>
              <a:rPr lang="en-US" dirty="0">
                <a:latin typeface="Times New Roman" panose="02020603050405020304" pitchFamily="18" charset="0"/>
                <a:cs typeface="Times New Roman" panose="02020603050405020304" pitchFamily="18" charset="0"/>
              </a:rPr>
              <a:t>Red blood cells collect this carbon dioxide and transport it back to the lungs for exhalation [4].</a:t>
            </a:r>
          </a:p>
          <a:p>
            <a:pPr lvl="1"/>
            <a:r>
              <a:rPr lang="en-US" dirty="0">
                <a:latin typeface="Times New Roman" panose="02020603050405020304" pitchFamily="18" charset="0"/>
                <a:cs typeface="Times New Roman" panose="02020603050405020304" pitchFamily="18" charset="0"/>
              </a:rPr>
              <a:t>These cells are microscopic and have a flat, disk-like shape.</a:t>
            </a:r>
          </a:p>
          <a:p>
            <a:pPr lvl="1"/>
            <a:r>
              <a:rPr lang="en-US" dirty="0">
                <a:latin typeface="Times New Roman" panose="02020603050405020304" pitchFamily="18" charset="0"/>
                <a:cs typeface="Times New Roman" panose="02020603050405020304" pitchFamily="18" charset="0"/>
              </a:rPr>
              <a:t>As part of your immune system, WBC circulate in your blood and respond to injury or illness.</a:t>
            </a:r>
          </a:p>
          <a:p>
            <a:pPr lvl="1"/>
            <a:r>
              <a:rPr lang="en-US" dirty="0">
                <a:latin typeface="Times New Roman" panose="02020603050405020304" pitchFamily="18" charset="0"/>
                <a:cs typeface="Times New Roman" panose="02020603050405020304" pitchFamily="18" charset="0"/>
              </a:rPr>
              <a:t>White blood cells are colorless . These extremely tiny cells have a round shape with a distinct center membrane (nucleus).</a:t>
            </a:r>
          </a:p>
          <a:p>
            <a:pPr lvl="1"/>
            <a:r>
              <a:rPr lang="en-US" dirty="0">
                <a:latin typeface="Times New Roman" panose="02020603050405020304" pitchFamily="18" charset="0"/>
                <a:cs typeface="Times New Roman" panose="02020603050405020304" pitchFamily="18" charset="0"/>
              </a:rPr>
              <a:t>Platelets are tiny blood cells that play a crucial role in preventing and stopping bleeding.</a:t>
            </a:r>
          </a:p>
          <a:p>
            <a:pPr lvl="1"/>
            <a:r>
              <a:rPr lang="en-US" dirty="0">
                <a:latin typeface="Times New Roman" panose="02020603050405020304" pitchFamily="18" charset="0"/>
                <a:cs typeface="Times New Roman" panose="02020603050405020304" pitchFamily="18" charset="0"/>
              </a:rPr>
              <a:t>Platelets are </a:t>
            </a:r>
            <a:r>
              <a:rPr lang="en-US" dirty="0" err="1">
                <a:latin typeface="Times New Roman" panose="02020603050405020304" pitchFamily="18" charset="0"/>
                <a:cs typeface="Times New Roman" panose="02020603050405020304" pitchFamily="18" charset="0"/>
              </a:rPr>
              <a:t>anucleated</a:t>
            </a:r>
            <a:r>
              <a:rPr lang="en-US" dirty="0">
                <a:latin typeface="Times New Roman" panose="02020603050405020304" pitchFamily="18" charset="0"/>
                <a:cs typeface="Times New Roman" panose="02020603050405020304" pitchFamily="18" charset="0"/>
              </a:rPr>
              <a:t> discoid cells with a diameter of 2–3 </a:t>
            </a:r>
            <a:r>
              <a:rPr lang="en-US" dirty="0" err="1">
                <a:latin typeface="Times New Roman" panose="02020603050405020304" pitchFamily="18" charset="0"/>
                <a:cs typeface="Times New Roman" panose="02020603050405020304" pitchFamily="18" charset="0"/>
              </a:rPr>
              <a:t>μm</a:t>
            </a:r>
            <a:r>
              <a:rPr lang="en-US" dirty="0">
                <a:latin typeface="Times New Roman" panose="02020603050405020304" pitchFamily="18" charset="0"/>
                <a:cs typeface="Times New Roman" panose="02020603050405020304" pitchFamily="18" charset="0"/>
              </a:rPr>
              <a:t>, average life of 10 days [4].</a:t>
            </a:r>
          </a:p>
          <a:p>
            <a:pPr lvl="1"/>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a:p>
            <a:pPr marL="457200" lvl="1" indent="0">
              <a:buNone/>
            </a:pPr>
            <a:r>
              <a:rPr lang="en-US" dirty="0">
                <a:latin typeface="Times New Roman" panose="02020603050405020304" pitchFamily="18" charset="0"/>
                <a:cs typeface="Times New Roman" panose="02020603050405020304" pitchFamily="18" charset="0"/>
              </a:rPr>
              <a:t> </a:t>
            </a:r>
          </a:p>
        </p:txBody>
      </p:sp>
      <p:pic>
        <p:nvPicPr>
          <p:cNvPr id="11" name="Picture 10">
            <a:extLst>
              <a:ext uri="{FF2B5EF4-FFF2-40B4-BE49-F238E27FC236}">
                <a16:creationId xmlns:a16="http://schemas.microsoft.com/office/drawing/2014/main" id="{5ACEEBBE-9269-4B5E-935B-80ECAFFB91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8682" y="600063"/>
            <a:ext cx="3048000" cy="1800225"/>
          </a:xfrm>
          <a:prstGeom prst="rect">
            <a:avLst/>
          </a:prstGeom>
        </p:spPr>
      </p:pic>
      <p:pic>
        <p:nvPicPr>
          <p:cNvPr id="13" name="Picture 12">
            <a:extLst>
              <a:ext uri="{FF2B5EF4-FFF2-40B4-BE49-F238E27FC236}">
                <a16:creationId xmlns:a16="http://schemas.microsoft.com/office/drawing/2014/main" id="{1A60579B-F168-44BD-8AD0-FEF06F6609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54353" y="2657488"/>
            <a:ext cx="3048000" cy="1800225"/>
          </a:xfrm>
          <a:prstGeom prst="rect">
            <a:avLst/>
          </a:prstGeom>
        </p:spPr>
      </p:pic>
      <p:pic>
        <p:nvPicPr>
          <p:cNvPr id="15" name="Picture 14">
            <a:extLst>
              <a:ext uri="{FF2B5EF4-FFF2-40B4-BE49-F238E27FC236}">
                <a16:creationId xmlns:a16="http://schemas.microsoft.com/office/drawing/2014/main" id="{846D8117-5DA7-4C80-8473-D96EBE766B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28328" y="4658864"/>
            <a:ext cx="3048000" cy="1800225"/>
          </a:xfrm>
          <a:prstGeom prst="rect">
            <a:avLst/>
          </a:prstGeom>
        </p:spPr>
      </p:pic>
      <p:sp>
        <p:nvSpPr>
          <p:cNvPr id="16" name="TextBox 15">
            <a:extLst>
              <a:ext uri="{FF2B5EF4-FFF2-40B4-BE49-F238E27FC236}">
                <a16:creationId xmlns:a16="http://schemas.microsoft.com/office/drawing/2014/main" id="{4D92EF18-BED4-4AF0-B6D0-1321E120DBBC}"/>
              </a:ext>
            </a:extLst>
          </p:cNvPr>
          <p:cNvSpPr txBox="1"/>
          <p:nvPr/>
        </p:nvSpPr>
        <p:spPr>
          <a:xfrm flipH="1">
            <a:off x="7568452" y="2344222"/>
            <a:ext cx="1967753" cy="369332"/>
          </a:xfrm>
          <a:prstGeom prst="rect">
            <a:avLst/>
          </a:prstGeom>
          <a:noFill/>
        </p:spPr>
        <p:txBody>
          <a:bodyPr wrap="square" rtlCol="0">
            <a:spAutoFit/>
          </a:bodyPr>
          <a:lstStyle/>
          <a:p>
            <a:r>
              <a:rPr lang="en-US" dirty="0"/>
              <a:t>Red Blood Cells</a:t>
            </a:r>
            <a:endParaRPr lang="en-IN" dirty="0"/>
          </a:p>
        </p:txBody>
      </p:sp>
      <p:sp>
        <p:nvSpPr>
          <p:cNvPr id="17" name="TextBox 16">
            <a:extLst>
              <a:ext uri="{FF2B5EF4-FFF2-40B4-BE49-F238E27FC236}">
                <a16:creationId xmlns:a16="http://schemas.microsoft.com/office/drawing/2014/main" id="{548BC600-79DA-44E9-9373-9F0109165DF5}"/>
              </a:ext>
            </a:extLst>
          </p:cNvPr>
          <p:cNvSpPr txBox="1"/>
          <p:nvPr/>
        </p:nvSpPr>
        <p:spPr>
          <a:xfrm>
            <a:off x="9843248" y="4373623"/>
            <a:ext cx="2043953" cy="369332"/>
          </a:xfrm>
          <a:prstGeom prst="rect">
            <a:avLst/>
          </a:prstGeom>
          <a:noFill/>
        </p:spPr>
        <p:txBody>
          <a:bodyPr wrap="square" rtlCol="0">
            <a:spAutoFit/>
          </a:bodyPr>
          <a:lstStyle/>
          <a:p>
            <a:r>
              <a:rPr lang="en-US" dirty="0"/>
              <a:t>White Blood Cells</a:t>
            </a:r>
            <a:endParaRPr lang="en-IN" dirty="0"/>
          </a:p>
        </p:txBody>
      </p:sp>
      <p:sp>
        <p:nvSpPr>
          <p:cNvPr id="18" name="TextBox 17">
            <a:extLst>
              <a:ext uri="{FF2B5EF4-FFF2-40B4-BE49-F238E27FC236}">
                <a16:creationId xmlns:a16="http://schemas.microsoft.com/office/drawing/2014/main" id="{B981FBB9-4E95-4088-B756-1AF1C8F4AF51}"/>
              </a:ext>
            </a:extLst>
          </p:cNvPr>
          <p:cNvSpPr txBox="1"/>
          <p:nvPr/>
        </p:nvSpPr>
        <p:spPr>
          <a:xfrm flipH="1">
            <a:off x="7997412" y="6403023"/>
            <a:ext cx="1666540" cy="369332"/>
          </a:xfrm>
          <a:prstGeom prst="rect">
            <a:avLst/>
          </a:prstGeom>
          <a:noFill/>
        </p:spPr>
        <p:txBody>
          <a:bodyPr wrap="square" rtlCol="0">
            <a:spAutoFit/>
          </a:bodyPr>
          <a:lstStyle/>
          <a:p>
            <a:r>
              <a:rPr lang="en-US" dirty="0"/>
              <a:t>Platelets</a:t>
            </a:r>
            <a:endParaRPr lang="en-IN" dirty="0"/>
          </a:p>
        </p:txBody>
      </p:sp>
    </p:spTree>
    <p:extLst>
      <p:ext uri="{BB962C8B-B14F-4D97-AF65-F5344CB8AC3E}">
        <p14:creationId xmlns:p14="http://schemas.microsoft.com/office/powerpoint/2010/main" val="3233205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C0656-9A79-4C77-93EB-B455F81A2AA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YOLO (You Only Look Once)</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AF3574EC-98B0-40B4-B930-6195531AE9D4}"/>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For the object detection in deep learning applications, we can employ the YOLO (You Only Look Once) algorithm.</a:t>
            </a:r>
          </a:p>
          <a:p>
            <a:r>
              <a:rPr lang="en-US" dirty="0">
                <a:latin typeface="Times New Roman" panose="02020603050405020304" pitchFamily="18" charset="0"/>
                <a:cs typeface="Times New Roman" panose="02020603050405020304" pitchFamily="18" charset="0"/>
              </a:rPr>
              <a:t>It refers to a class of algorithms based on artificial neural networks that are optimized to work with unstructured data such as images, voice, videos, and text.</a:t>
            </a:r>
          </a:p>
          <a:p>
            <a:r>
              <a:rPr lang="en-US" dirty="0">
                <a:latin typeface="Times New Roman" panose="02020603050405020304" pitchFamily="18" charset="0"/>
                <a:cs typeface="Times New Roman" panose="02020603050405020304" pitchFamily="18" charset="0"/>
              </a:rPr>
              <a:t>It provides accurate results and we can easily train and test the model and it also provide various matrix like confusion matrix </a:t>
            </a:r>
            <a:r>
              <a:rPr lang="en-US" dirty="0" err="1">
                <a:latin typeface="Times New Roman" panose="02020603050405020304" pitchFamily="18" charset="0"/>
                <a:cs typeface="Times New Roman" panose="02020603050405020304" pitchFamily="18" charset="0"/>
              </a:rPr>
              <a:t>defaultly</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We use Yolov8 version in this project and it accepts the data in .</a:t>
            </a:r>
            <a:r>
              <a:rPr lang="en-US" dirty="0" err="1">
                <a:latin typeface="Times New Roman" panose="02020603050405020304" pitchFamily="18" charset="0"/>
                <a:cs typeface="Times New Roman" panose="02020603050405020304" pitchFamily="18" charset="0"/>
              </a:rPr>
              <a:t>yaml</a:t>
            </a:r>
            <a:r>
              <a:rPr lang="en-US" dirty="0">
                <a:latin typeface="Times New Roman" panose="02020603050405020304" pitchFamily="18" charset="0"/>
                <a:cs typeface="Times New Roman" panose="02020603050405020304" pitchFamily="18" charset="0"/>
              </a:rPr>
              <a:t> form.</a:t>
            </a:r>
          </a:p>
          <a:p>
            <a:r>
              <a:rPr lang="en-US" dirty="0">
                <a:latin typeface="Times New Roman" panose="02020603050405020304" pitchFamily="18" charset="0"/>
                <a:cs typeface="Times New Roman" panose="02020603050405020304" pitchFamily="18" charset="0"/>
              </a:rPr>
              <a:t>Yolov8 has </a:t>
            </a:r>
            <a:r>
              <a:rPr lang="en-US" dirty="0" err="1">
                <a:latin typeface="Times New Roman" panose="02020603050405020304" pitchFamily="18" charset="0"/>
                <a:cs typeface="Times New Roman" panose="02020603050405020304" pitchFamily="18" charset="0"/>
              </a:rPr>
              <a:t>defaultly</a:t>
            </a:r>
            <a:r>
              <a:rPr lang="en-US" dirty="0">
                <a:latin typeface="Times New Roman" panose="02020603050405020304" pitchFamily="18" charset="0"/>
                <a:cs typeface="Times New Roman" panose="02020603050405020304" pitchFamily="18" charset="0"/>
              </a:rPr>
              <a:t> detect the 80 different objects.</a:t>
            </a:r>
          </a:p>
          <a:p>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02661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12168-FC1C-4A9D-9529-4C652407291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How yolo works?</a:t>
            </a:r>
            <a:endParaRPr lang="en-IN" b="1"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84914A8F-25B9-483B-B306-53489A5AF1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6347927" y="1242202"/>
            <a:ext cx="5736871" cy="376833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0B737B34-B42C-4DE7-BCB4-0F50613A396B}"/>
              </a:ext>
            </a:extLst>
          </p:cNvPr>
          <p:cNvSpPr/>
          <p:nvPr/>
        </p:nvSpPr>
        <p:spPr>
          <a:xfrm>
            <a:off x="985935" y="2757108"/>
            <a:ext cx="7775511" cy="2800767"/>
          </a:xfrm>
          <a:prstGeom prst="rect">
            <a:avLst/>
          </a:prstGeom>
        </p:spPr>
        <p:txBody>
          <a:bodyPr wrap="square">
            <a:spAutoFit/>
          </a:bodyPr>
          <a:lstStyle/>
          <a:p>
            <a:pPr marL="285750" indent="-285750">
              <a:buFont typeface="Arial" panose="020B0604020202020204" pitchFamily="34" charset="0"/>
              <a:buChar char="•"/>
            </a:pPr>
            <a:r>
              <a:rPr lang="en-US" dirty="0"/>
              <a:t>Divides the input image into an S x S grid</a:t>
            </a:r>
          </a:p>
          <a:p>
            <a:pPr marL="285750" indent="-285750">
              <a:buFont typeface="Arial" panose="020B0604020202020204" pitchFamily="34" charset="0"/>
              <a:buChar char="•"/>
            </a:pPr>
            <a:r>
              <a:rPr lang="en-US" dirty="0"/>
              <a:t>Each grid cell:</a:t>
            </a:r>
          </a:p>
          <a:p>
            <a:pPr marL="742950" lvl="1" indent="-285750">
              <a:buFont typeface="Arial" panose="020B0604020202020204" pitchFamily="34" charset="0"/>
              <a:buChar char="•"/>
            </a:pPr>
            <a:r>
              <a:rPr lang="en-US" dirty="0"/>
              <a:t>Predicts B bounding boxes</a:t>
            </a:r>
          </a:p>
          <a:p>
            <a:pPr marL="742950" lvl="1" indent="-285750">
              <a:buFont typeface="Arial" panose="020B0604020202020204" pitchFamily="34" charset="0"/>
              <a:buChar char="•"/>
            </a:pPr>
            <a:r>
              <a:rPr lang="en-US" dirty="0"/>
              <a:t>Each box has: (x, y, w, h, confidence)</a:t>
            </a:r>
          </a:p>
          <a:p>
            <a:pPr marL="285750" indent="-285750">
              <a:buFont typeface="Arial" panose="020B0604020202020204" pitchFamily="34" charset="0"/>
              <a:buChar char="•"/>
            </a:pPr>
            <a:r>
              <a:rPr lang="en-US" dirty="0"/>
              <a:t>Predicts C class probabilities</a:t>
            </a:r>
          </a:p>
          <a:p>
            <a:pPr marL="285750" indent="-285750">
              <a:buFont typeface="Arial" panose="020B0604020202020204" pitchFamily="34" charset="0"/>
              <a:buChar char="•"/>
            </a:pPr>
            <a:r>
              <a:rPr lang="en-US" dirty="0"/>
              <a:t>Final predictions = Class × Confidence × Bounding Box</a:t>
            </a:r>
          </a:p>
          <a:p>
            <a:pPr lvl="0" eaLnBrk="0" fontAlgn="base" hangingPunct="0">
              <a:spcBef>
                <a:spcPct val="0"/>
              </a:spcBef>
              <a:spcAft>
                <a:spcPct val="0"/>
              </a:spcAft>
              <a:buFontTx/>
              <a:buChar char="•"/>
            </a:pPr>
            <a:r>
              <a:rPr lang="en-US" altLang="en-US" sz="1600" dirty="0">
                <a:latin typeface="Arial" panose="020B0604020202020204" pitchFamily="34" charset="0"/>
              </a:rPr>
              <a:t>    Backbone: </a:t>
            </a:r>
            <a:r>
              <a:rPr lang="en-US" altLang="en-US" sz="1600" b="1" dirty="0">
                <a:latin typeface="Arial" panose="020B0604020202020204" pitchFamily="34" charset="0"/>
              </a:rPr>
              <a:t>CNN (e.g., Darknet, </a:t>
            </a:r>
            <a:r>
              <a:rPr lang="en-US" altLang="en-US" sz="1600" b="1" dirty="0" err="1">
                <a:latin typeface="Arial" panose="020B0604020202020204" pitchFamily="34" charset="0"/>
              </a:rPr>
              <a:t>CSPDarknet</a:t>
            </a:r>
            <a:r>
              <a:rPr lang="en-US" altLang="en-US" sz="1600" b="1" dirty="0">
                <a:latin typeface="Arial" panose="020B0604020202020204" pitchFamily="34" charset="0"/>
              </a:rPr>
              <a:t>, etc.)</a:t>
            </a:r>
            <a:endParaRPr lang="en-US" altLang="en-US" sz="1600" dirty="0">
              <a:latin typeface="Arial" panose="020B0604020202020204" pitchFamily="34" charset="0"/>
            </a:endParaRPr>
          </a:p>
          <a:p>
            <a:pPr lvl="0" eaLnBrk="0" fontAlgn="base" hangingPunct="0">
              <a:spcBef>
                <a:spcPct val="0"/>
              </a:spcBef>
              <a:spcAft>
                <a:spcPct val="0"/>
              </a:spcAft>
              <a:buFontTx/>
              <a:buChar char="•"/>
            </a:pPr>
            <a:r>
              <a:rPr lang="en-US" altLang="en-US" sz="1600" dirty="0">
                <a:latin typeface="Arial" panose="020B0604020202020204" pitchFamily="34" charset="0"/>
              </a:rPr>
              <a:t>    Head: Predicts bounding boxes and classes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30171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1CC7319-F46F-48BE-8CA5-4780F83318F4}"/>
              </a:ext>
            </a:extLst>
          </p:cNvPr>
          <p:cNvSpPr>
            <a:spLocks noGrp="1"/>
          </p:cNvSpPr>
          <p:nvPr>
            <p:ph type="title"/>
          </p:nvPr>
        </p:nvSpPr>
        <p:spPr>
          <a:xfrm>
            <a:off x="838200" y="175466"/>
            <a:ext cx="10515600" cy="1325563"/>
          </a:xfrm>
        </p:spPr>
        <p:txBody>
          <a:bodyPr/>
          <a:lstStyle/>
          <a:p>
            <a:r>
              <a:rPr lang="en-US" b="1" dirty="0">
                <a:latin typeface="Times New Roman" panose="02020603050405020304" pitchFamily="18" charset="0"/>
                <a:cs typeface="Times New Roman" panose="02020603050405020304" pitchFamily="18" charset="0"/>
              </a:rPr>
              <a:t>How we use YOLO?</a:t>
            </a:r>
            <a:endParaRPr lang="en-IN" b="1"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5F831F14-52EB-45E3-92D2-68778B65D8D0}"/>
              </a:ext>
            </a:extLst>
          </p:cNvPr>
          <p:cNvSpPr>
            <a:spLocks noGrp="1"/>
          </p:cNvSpPr>
          <p:nvPr>
            <p:ph idx="1"/>
          </p:nvPr>
        </p:nvSpPr>
        <p:spPr>
          <a:xfrm>
            <a:off x="838200" y="1268963"/>
            <a:ext cx="10515600" cy="4908000"/>
          </a:xfrm>
        </p:spPr>
        <p:txBody>
          <a:bodyPr>
            <a:normAutofit/>
          </a:bodyPr>
          <a:lstStyle/>
          <a:p>
            <a:r>
              <a:rPr lang="en-US" sz="2400" dirty="0">
                <a:latin typeface="Times New Roman" panose="02020603050405020304" pitchFamily="18" charset="0"/>
                <a:cs typeface="Times New Roman" panose="02020603050405020304" pitchFamily="18" charset="0"/>
              </a:rPr>
              <a:t>To count blood cells using the YOLO model, collect and annotate a large dataset of blood cell images, marking the locations and types of </a:t>
            </a:r>
            <a:r>
              <a:rPr lang="en-US" sz="2400" dirty="0" err="1">
                <a:latin typeface="Times New Roman" panose="02020603050405020304" pitchFamily="18" charset="0"/>
                <a:cs typeface="Times New Roman" panose="02020603050405020304" pitchFamily="18" charset="0"/>
              </a:rPr>
              <a:t>rbc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wbc</a:t>
            </a:r>
            <a:r>
              <a:rPr lang="en-US" sz="2400" dirty="0">
                <a:latin typeface="Times New Roman" panose="02020603050405020304" pitchFamily="18" charset="0"/>
                <a:cs typeface="Times New Roman" panose="02020603050405020304" pitchFamily="18" charset="0"/>
              </a:rPr>
              <a:t>, and platelets.</a:t>
            </a:r>
          </a:p>
          <a:p>
            <a:r>
              <a:rPr lang="en-US" sz="2400" dirty="0">
                <a:latin typeface="Times New Roman" panose="02020603050405020304" pitchFamily="18" charset="0"/>
                <a:cs typeface="Times New Roman" panose="02020603050405020304" pitchFamily="18" charset="0"/>
              </a:rPr>
              <a:t>We replace the our dataset and train the model for detection of 3 classes (</a:t>
            </a:r>
            <a:r>
              <a:rPr lang="en-US" sz="2400" dirty="0" err="1">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WBC,RBC,platelets</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We export the model into different model easily for the future use.</a:t>
            </a:r>
          </a:p>
          <a:p>
            <a:endParaRPr lang="en-IN"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8F983FC-0B16-485A-B794-0CEF68C3EBAF}"/>
              </a:ext>
            </a:extLst>
          </p:cNvPr>
          <p:cNvSpPr txBox="1"/>
          <p:nvPr/>
        </p:nvSpPr>
        <p:spPr>
          <a:xfrm>
            <a:off x="2905910" y="5350100"/>
            <a:ext cx="4132729" cy="923330"/>
          </a:xfrm>
          <a:prstGeom prst="rect">
            <a:avLst/>
          </a:prstGeom>
          <a:noFill/>
        </p:spPr>
        <p:txBody>
          <a:bodyPr wrap="square" rtlCol="0">
            <a:spAutoFit/>
          </a:bodyPr>
          <a:lstStyle/>
          <a:p>
            <a:r>
              <a:rPr lang="en-US" dirty="0"/>
              <a:t> Microscopic blood image</a:t>
            </a:r>
          </a:p>
          <a:p>
            <a:r>
              <a:rPr lang="en-US" dirty="0"/>
              <a:t>Before detection by </a:t>
            </a:r>
          </a:p>
          <a:p>
            <a:r>
              <a:rPr lang="en-US" dirty="0"/>
              <a:t>YOLO model</a:t>
            </a:r>
            <a:endParaRPr lang="en-IN" dirty="0"/>
          </a:p>
        </p:txBody>
      </p:sp>
      <p:sp>
        <p:nvSpPr>
          <p:cNvPr id="8" name="TextBox 7">
            <a:extLst>
              <a:ext uri="{FF2B5EF4-FFF2-40B4-BE49-F238E27FC236}">
                <a16:creationId xmlns:a16="http://schemas.microsoft.com/office/drawing/2014/main" id="{F27CD575-6AC5-471E-8C75-A7D0A645443F}"/>
              </a:ext>
            </a:extLst>
          </p:cNvPr>
          <p:cNvSpPr txBox="1"/>
          <p:nvPr/>
        </p:nvSpPr>
        <p:spPr>
          <a:xfrm>
            <a:off x="5844092" y="5350100"/>
            <a:ext cx="2698376" cy="923330"/>
          </a:xfrm>
          <a:prstGeom prst="rect">
            <a:avLst/>
          </a:prstGeom>
          <a:noFill/>
        </p:spPr>
        <p:txBody>
          <a:bodyPr wrap="square" rtlCol="0">
            <a:spAutoFit/>
          </a:bodyPr>
          <a:lstStyle/>
          <a:p>
            <a:r>
              <a:rPr lang="en-US" dirty="0"/>
              <a:t>Microscopic blood image</a:t>
            </a:r>
          </a:p>
          <a:p>
            <a:r>
              <a:rPr lang="en-US" dirty="0"/>
              <a:t>after detection by</a:t>
            </a:r>
          </a:p>
          <a:p>
            <a:r>
              <a:rPr lang="en-US" dirty="0"/>
              <a:t>YOLO model</a:t>
            </a:r>
            <a:endParaRPr lang="en-IN" dirty="0"/>
          </a:p>
        </p:txBody>
      </p:sp>
      <p:pic>
        <p:nvPicPr>
          <p:cNvPr id="5" name="Picture 4">
            <a:extLst>
              <a:ext uri="{FF2B5EF4-FFF2-40B4-BE49-F238E27FC236}">
                <a16:creationId xmlns:a16="http://schemas.microsoft.com/office/drawing/2014/main" id="{00F6C71D-4039-411E-8649-15596F23AE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0844" y="3494863"/>
            <a:ext cx="2175589" cy="1855237"/>
          </a:xfrm>
          <a:prstGeom prst="rect">
            <a:avLst/>
          </a:prstGeom>
        </p:spPr>
      </p:pic>
      <p:pic>
        <p:nvPicPr>
          <p:cNvPr id="10" name="Picture 9">
            <a:extLst>
              <a:ext uri="{FF2B5EF4-FFF2-40B4-BE49-F238E27FC236}">
                <a16:creationId xmlns:a16="http://schemas.microsoft.com/office/drawing/2014/main" id="{44879888-B658-42EE-8E48-92C14AB6EF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4463" y="3501734"/>
            <a:ext cx="2175589" cy="1855237"/>
          </a:xfrm>
          <a:prstGeom prst="rect">
            <a:avLst/>
          </a:prstGeom>
        </p:spPr>
      </p:pic>
    </p:spTree>
    <p:extLst>
      <p:ext uri="{BB962C8B-B14F-4D97-AF65-F5344CB8AC3E}">
        <p14:creationId xmlns:p14="http://schemas.microsoft.com/office/powerpoint/2010/main" val="734592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CB76A-FF36-46CE-BA11-3082B8E3E619}"/>
              </a:ext>
            </a:extLst>
          </p:cNvPr>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Dataset</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D88C9A94-9FAD-49F6-A010-56B77DE23068}"/>
              </a:ext>
            </a:extLst>
          </p:cNvPr>
          <p:cNvSpPr>
            <a:spLocks noGrp="1"/>
          </p:cNvSpPr>
          <p:nvPr>
            <p:ph idx="1"/>
          </p:nvPr>
        </p:nvSpPr>
        <p:spPr>
          <a:xfrm>
            <a:off x="838200" y="1047404"/>
            <a:ext cx="10515600" cy="5129559"/>
          </a:xfrm>
        </p:spPr>
        <p:txBody>
          <a:bodyPr>
            <a:normAutofit/>
          </a:bodyPr>
          <a:lstStyle/>
          <a:p>
            <a:r>
              <a:rPr lang="en-GB" dirty="0">
                <a:latin typeface="Times New Roman" panose="02020603050405020304" pitchFamily="18" charset="0"/>
                <a:cs typeface="Times New Roman" panose="02020603050405020304" pitchFamily="18" charset="0"/>
              </a:rPr>
              <a:t>For this project we found the dataset from the following link: </a:t>
            </a:r>
            <a:r>
              <a:rPr lang="en-GB" dirty="0">
                <a:latin typeface="Times New Roman" panose="02020603050405020304" pitchFamily="18" charset="0"/>
                <a:cs typeface="Times New Roman" panose="02020603050405020304" pitchFamily="18" charset="0"/>
                <a:hlinkClick r:id="rId2"/>
              </a:rPr>
              <a:t>https://public.roboflow.com/object-detection/bccd/4</a:t>
            </a:r>
            <a:endParaRPr lang="en-GB"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The dataset contain 416x416 size of microscopic blood images </a:t>
            </a:r>
            <a:r>
              <a:rPr lang="en-GB" dirty="0" err="1">
                <a:latin typeface="Times New Roman" panose="02020603050405020304" pitchFamily="18" charset="0"/>
                <a:cs typeface="Times New Roman" panose="02020603050405020304" pitchFamily="18" charset="0"/>
              </a:rPr>
              <a:t>upto</a:t>
            </a:r>
            <a:r>
              <a:rPr lang="en-GB" dirty="0">
                <a:latin typeface="Times New Roman" panose="02020603050405020304" pitchFamily="18" charset="0"/>
                <a:cs typeface="Times New Roman" panose="02020603050405020304" pitchFamily="18" charset="0"/>
              </a:rPr>
              <a:t> 874 images.</a:t>
            </a:r>
          </a:p>
          <a:p>
            <a:r>
              <a:rPr lang="en-GB" dirty="0">
                <a:latin typeface="Times New Roman" panose="02020603050405020304" pitchFamily="18" charset="0"/>
                <a:cs typeface="Times New Roman" panose="02020603050405020304" pitchFamily="18" charset="0"/>
              </a:rPr>
              <a:t>Dataset is divided into 765 images for train, 73 for valid and 36 for test.</a:t>
            </a:r>
          </a:p>
          <a:p>
            <a:r>
              <a:rPr lang="en-GB" dirty="0">
                <a:latin typeface="Times New Roman" panose="02020603050405020304" pitchFamily="18" charset="0"/>
                <a:cs typeface="Times New Roman" panose="02020603050405020304" pitchFamily="18" charset="0"/>
              </a:rPr>
              <a:t>For each image in train and valid, we have annotation text file containing bounding box info and respective class (</a:t>
            </a:r>
            <a:r>
              <a:rPr lang="en-GB" dirty="0" err="1">
                <a:latin typeface="Times New Roman" panose="02020603050405020304" pitchFamily="18" charset="0"/>
                <a:cs typeface="Times New Roman" panose="02020603050405020304" pitchFamily="18" charset="0"/>
              </a:rPr>
              <a:t>i.e</a:t>
            </a:r>
            <a:r>
              <a:rPr lang="en-GB" dirty="0">
                <a:latin typeface="Times New Roman" panose="02020603050405020304" pitchFamily="18" charset="0"/>
                <a:cs typeface="Times New Roman" panose="02020603050405020304" pitchFamily="18" charset="0"/>
              </a:rPr>
              <a:t>, WBC, RBC, Platelets) in </a:t>
            </a:r>
            <a:r>
              <a:rPr lang="en-GB" dirty="0" err="1">
                <a:latin typeface="Times New Roman" panose="02020603050405020304" pitchFamily="18" charset="0"/>
                <a:cs typeface="Times New Roman" panose="02020603050405020304" pitchFamily="18" charset="0"/>
              </a:rPr>
              <a:t>yaml</a:t>
            </a:r>
            <a:r>
              <a:rPr lang="en-GB" dirty="0">
                <a:latin typeface="Times New Roman" panose="02020603050405020304" pitchFamily="18" charset="0"/>
                <a:cs typeface="Times New Roman" panose="02020603050405020304" pitchFamily="18" charset="0"/>
              </a:rPr>
              <a:t> format.</a:t>
            </a:r>
          </a:p>
          <a:p>
            <a:pPr marL="0" indent="0">
              <a:buNone/>
            </a:pPr>
            <a:endParaRPr lang="en-GB"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 </a:t>
            </a:r>
            <a:r>
              <a:rPr lang="en-US" dirty="0" err="1">
                <a:latin typeface="Times New Roman" panose="02020603050405020304" pitchFamily="18" charset="0"/>
                <a:cs typeface="Times New Roman" panose="02020603050405020304" pitchFamily="18" charset="0"/>
              </a:rPr>
              <a:t>yaml</a:t>
            </a:r>
            <a:r>
              <a:rPr lang="en-US" dirty="0">
                <a:latin typeface="Times New Roman" panose="02020603050405020304" pitchFamily="18" charset="0"/>
                <a:cs typeface="Times New Roman" panose="02020603050405020304" pitchFamily="18" charset="0"/>
              </a:rPr>
              <a:t> the data in the form key-value pairs.</a:t>
            </a:r>
          </a:p>
          <a:p>
            <a:endParaRPr lang="en-IN" dirty="0"/>
          </a:p>
        </p:txBody>
      </p:sp>
      <p:pic>
        <p:nvPicPr>
          <p:cNvPr id="4" name="Picture 3">
            <a:extLst>
              <a:ext uri="{FF2B5EF4-FFF2-40B4-BE49-F238E27FC236}">
                <a16:creationId xmlns:a16="http://schemas.microsoft.com/office/drawing/2014/main" id="{211BE08E-16EA-4E12-B8AC-DBF9498E5CF6}"/>
              </a:ext>
            </a:extLst>
          </p:cNvPr>
          <p:cNvPicPr>
            <a:picLocks noChangeAspect="1"/>
          </p:cNvPicPr>
          <p:nvPr/>
        </p:nvPicPr>
        <p:blipFill>
          <a:blip r:embed="rId3"/>
          <a:stretch>
            <a:fillRect/>
          </a:stretch>
        </p:blipFill>
        <p:spPr>
          <a:xfrm>
            <a:off x="7520267" y="4693143"/>
            <a:ext cx="4084320" cy="2202180"/>
          </a:xfrm>
          <a:prstGeom prst="rect">
            <a:avLst/>
          </a:prstGeom>
        </p:spPr>
      </p:pic>
    </p:spTree>
    <p:extLst>
      <p:ext uri="{BB962C8B-B14F-4D97-AF65-F5344CB8AC3E}">
        <p14:creationId xmlns:p14="http://schemas.microsoft.com/office/powerpoint/2010/main" val="3754418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a:extLst>
              <a:ext uri="{FF2B5EF4-FFF2-40B4-BE49-F238E27FC236}">
                <a16:creationId xmlns:a16="http://schemas.microsoft.com/office/drawing/2014/main" id="{4CE6BE77-47B8-4BB3-B71E-E651FDAA7E32}"/>
              </a:ext>
            </a:extLst>
          </p:cNvPr>
          <p:cNvGraphicFramePr/>
          <p:nvPr>
            <p:extLst>
              <p:ext uri="{D42A27DB-BD31-4B8C-83A1-F6EECF244321}">
                <p14:modId xmlns:p14="http://schemas.microsoft.com/office/powerpoint/2010/main" val="1723115451"/>
              </p:ext>
            </p:extLst>
          </p:nvPr>
        </p:nvGraphicFramePr>
        <p:xfrm>
          <a:off x="256988" y="-914400"/>
          <a:ext cx="5991411" cy="762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D39F21E3-30DF-41EB-BE18-70EA98B83F64}"/>
              </a:ext>
            </a:extLst>
          </p:cNvPr>
          <p:cNvSpPr txBox="1"/>
          <p:nvPr/>
        </p:nvSpPr>
        <p:spPr>
          <a:xfrm>
            <a:off x="1147481" y="5558118"/>
            <a:ext cx="4176358" cy="830997"/>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When dataset is downloaded, the file structure is like this.</a:t>
            </a:r>
            <a:endParaRPr lang="en-IN" sz="2400" dirty="0">
              <a:latin typeface="Times New Roman" panose="02020603050405020304" pitchFamily="18" charset="0"/>
              <a:cs typeface="Times New Roman" panose="02020603050405020304" pitchFamily="18" charset="0"/>
            </a:endParaRPr>
          </a:p>
        </p:txBody>
      </p:sp>
      <p:graphicFrame>
        <p:nvGraphicFramePr>
          <p:cNvPr id="10" name="Diagram 9">
            <a:extLst>
              <a:ext uri="{FF2B5EF4-FFF2-40B4-BE49-F238E27FC236}">
                <a16:creationId xmlns:a16="http://schemas.microsoft.com/office/drawing/2014/main" id="{5705073E-AE27-47F6-9C7B-A548C1829287}"/>
              </a:ext>
            </a:extLst>
          </p:cNvPr>
          <p:cNvGraphicFramePr/>
          <p:nvPr>
            <p:extLst>
              <p:ext uri="{D42A27DB-BD31-4B8C-83A1-F6EECF244321}">
                <p14:modId xmlns:p14="http://schemas.microsoft.com/office/powerpoint/2010/main" val="1660928711"/>
              </p:ext>
            </p:extLst>
          </p:nvPr>
        </p:nvGraphicFramePr>
        <p:xfrm>
          <a:off x="7521388" y="1084730"/>
          <a:ext cx="3209364" cy="389964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2" name="TextBox 11">
            <a:extLst>
              <a:ext uri="{FF2B5EF4-FFF2-40B4-BE49-F238E27FC236}">
                <a16:creationId xmlns:a16="http://schemas.microsoft.com/office/drawing/2014/main" id="{A6F61E65-356B-4AC7-96D2-9E565D15C8DC}"/>
              </a:ext>
            </a:extLst>
          </p:cNvPr>
          <p:cNvSpPr txBox="1"/>
          <p:nvPr/>
        </p:nvSpPr>
        <p:spPr>
          <a:xfrm>
            <a:off x="7413812" y="5373451"/>
            <a:ext cx="3853624" cy="120032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After training of dataset, YOLO model creates above file structure.</a:t>
            </a:r>
            <a:endParaRPr lang="en-IN" sz="2400" dirty="0">
              <a:latin typeface="Times New Roman" panose="02020603050405020304" pitchFamily="18" charset="0"/>
              <a:cs typeface="Times New Roman" panose="02020603050405020304" pitchFamily="18" charset="0"/>
            </a:endParaRPr>
          </a:p>
        </p:txBody>
      </p:sp>
      <p:cxnSp>
        <p:nvCxnSpPr>
          <p:cNvPr id="14" name="Straight Connector 13">
            <a:extLst>
              <a:ext uri="{FF2B5EF4-FFF2-40B4-BE49-F238E27FC236}">
                <a16:creationId xmlns:a16="http://schemas.microsoft.com/office/drawing/2014/main" id="{183D309B-A282-41B8-8B12-5153138C03BE}"/>
              </a:ext>
            </a:extLst>
          </p:cNvPr>
          <p:cNvCxnSpPr/>
          <p:nvPr/>
        </p:nvCxnSpPr>
        <p:spPr>
          <a:xfrm>
            <a:off x="6535271" y="80682"/>
            <a:ext cx="0" cy="677731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9442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D12BB7-D701-4CF1-9E74-B3D4D0392FF1}"/>
              </a:ext>
            </a:extLst>
          </p:cNvPr>
          <p:cNvSpPr>
            <a:spLocks noGrp="1"/>
          </p:cNvSpPr>
          <p:nvPr>
            <p:ph idx="1"/>
          </p:nvPr>
        </p:nvSpPr>
        <p:spPr>
          <a:xfrm>
            <a:off x="838200" y="243840"/>
            <a:ext cx="10515600" cy="5933123"/>
          </a:xfrm>
        </p:spPr>
        <p:txBody>
          <a:bodyPr>
            <a:normAutofit/>
          </a:bodyPr>
          <a:lstStyle/>
          <a:p>
            <a:endParaRPr lang="en-US" sz="2400" dirty="0">
              <a:latin typeface="Times New Roman" panose="02020603050405020304" pitchFamily="18" charset="0"/>
              <a:cs typeface="Times New Roman" panose="02020603050405020304" pitchFamily="18" charset="0"/>
              <a:hlinkClick r:id="rId2"/>
            </a:endParaRPr>
          </a:p>
          <a:p>
            <a:pPr marL="0" indent="0">
              <a:buNone/>
            </a:pPr>
            <a:endParaRPr lang="en-US" sz="2400" dirty="0">
              <a:latin typeface="Times New Roman" panose="02020603050405020304" pitchFamily="18" charset="0"/>
              <a:cs typeface="Times New Roman" panose="02020603050405020304" pitchFamily="18" charset="0"/>
              <a:hlinkClick r:id="rId2"/>
            </a:endParaRPr>
          </a:p>
          <a:p>
            <a:pPr marL="0" indent="0">
              <a:buNone/>
            </a:pPr>
            <a:endParaRPr lang="en-US" sz="2400" dirty="0">
              <a:latin typeface="Times New Roman" panose="02020603050405020304" pitchFamily="18" charset="0"/>
              <a:cs typeface="Times New Roman" panose="02020603050405020304" pitchFamily="18" charset="0"/>
              <a:hlinkClick r:id="rId2"/>
            </a:endParaRPr>
          </a:p>
          <a:p>
            <a:r>
              <a:rPr lang="en-US" sz="2400" dirty="0">
                <a:latin typeface="Times New Roman" panose="02020603050405020304" pitchFamily="18" charset="0"/>
                <a:cs typeface="Times New Roman" panose="02020603050405020304" pitchFamily="18" charset="0"/>
                <a:hlinkClick r:id="rId2"/>
              </a:rPr>
              <a:t>https://github.com/12345aswini/aswini/blob/main/mini.ipynb</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code mounts Google Drive to access the training data and installs the  </a:t>
            </a:r>
            <a:r>
              <a:rPr lang="en-US" sz="2400" dirty="0" err="1">
                <a:latin typeface="Times New Roman" panose="02020603050405020304" pitchFamily="18" charset="0"/>
                <a:cs typeface="Times New Roman" panose="02020603050405020304" pitchFamily="18" charset="0"/>
              </a:rPr>
              <a:t>ultralytics</a:t>
            </a:r>
            <a:r>
              <a:rPr lang="en-US" sz="2400" dirty="0">
                <a:latin typeface="Times New Roman" panose="02020603050405020304" pitchFamily="18" charset="0"/>
                <a:cs typeface="Times New Roman" panose="02020603050405020304" pitchFamily="18" charset="0"/>
              </a:rPr>
              <a:t>  package for using YOLOv8 to detect blood cells. It trains a YOLOv8 model on a dataset specified in data.</a:t>
            </a:r>
          </a:p>
          <a:p>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yaml</a:t>
            </a:r>
            <a:r>
              <a:rPr lang="en-US" sz="2400" dirty="0">
                <a:latin typeface="Times New Roman" panose="02020603050405020304" pitchFamily="18" charset="0"/>
                <a:cs typeface="Times New Roman" panose="02020603050405020304" pitchFamily="18" charset="0"/>
              </a:rPr>
              <a:t> for 30 epochs and utilizes the trained model to predict blood cell counts in test images. Subsequently, it processes the prediction results to extract bounding boxes, masks, </a:t>
            </a:r>
            <a:r>
              <a:rPr lang="en-US" sz="2400" dirty="0" err="1">
                <a:latin typeface="Times New Roman" panose="02020603050405020304" pitchFamily="18" charset="0"/>
                <a:cs typeface="Times New Roman" panose="02020603050405020304" pitchFamily="18" charset="0"/>
              </a:rPr>
              <a:t>keypoints</a:t>
            </a:r>
            <a:r>
              <a:rPr lang="en-US" sz="2400" dirty="0">
                <a:latin typeface="Times New Roman" panose="02020603050405020304" pitchFamily="18" charset="0"/>
                <a:cs typeface="Times New Roman" panose="02020603050405020304" pitchFamily="18" charset="0"/>
              </a:rPr>
              <a:t> , probabilities, and oriented bounding boxes, and saves the results as an image file.</a:t>
            </a:r>
            <a:endParaRPr lang="en-IN"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E69907CF-8105-4260-AA21-14FF8D79359A}"/>
              </a:ext>
            </a:extLst>
          </p:cNvPr>
          <p:cNvSpPr>
            <a:spLocks noGrp="1"/>
          </p:cNvSpPr>
          <p:nvPr>
            <p:ph type="title"/>
          </p:nvPr>
        </p:nvSpPr>
        <p:spPr>
          <a:xfrm>
            <a:off x="838200" y="365125"/>
            <a:ext cx="10515600" cy="1325563"/>
          </a:xfrm>
        </p:spPr>
        <p:txBody>
          <a:bodyPr>
            <a:normAutofit/>
          </a:bodyPr>
          <a:lstStyle/>
          <a:p>
            <a:r>
              <a:rPr lang="en-US" b="1" dirty="0">
                <a:latin typeface="Times New Roman" panose="02020603050405020304" pitchFamily="18" charset="0"/>
                <a:cs typeface="Times New Roman" panose="02020603050405020304" pitchFamily="18" charset="0"/>
              </a:rPr>
              <a:t>Python Implementation</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8534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079E1-3C1C-450F-B15E-9A524D9892A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Accuracy of the model</a:t>
            </a:r>
            <a:br>
              <a:rPr lang="en-IN"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E8F2146-F894-4DA1-861F-021D30485A51}"/>
              </a:ext>
            </a:extLst>
          </p:cNvPr>
          <p:cNvSpPr>
            <a:spLocks noGrp="1"/>
          </p:cNvSpPr>
          <p:nvPr>
            <p:ph idx="1"/>
          </p:nvPr>
        </p:nvSpPr>
        <p:spPr>
          <a:xfrm>
            <a:off x="838200" y="1825625"/>
            <a:ext cx="6260869" cy="4351338"/>
          </a:xfrm>
        </p:spPr>
        <p:txBody>
          <a:bodyPr>
            <a:normAutofit fontScale="92500" lnSpcReduction="20000"/>
          </a:bodyPr>
          <a:lstStyle/>
          <a:p>
            <a:pPr marL="342900" indent="-342900"/>
            <a:r>
              <a:rPr lang="en-US" dirty="0">
                <a:latin typeface="Times New Roman" panose="02020603050405020304" pitchFamily="18" charset="0"/>
                <a:cs typeface="Times New Roman" panose="02020603050405020304" pitchFamily="18" charset="0"/>
              </a:rPr>
              <a:t>A confusion matrix is a table used to evaluate the performance of a classification model by comparing the predicted labels with the actual labels.</a:t>
            </a:r>
          </a:p>
          <a:p>
            <a:pPr marL="342900" indent="-342900"/>
            <a:r>
              <a:rPr lang="en-US" dirty="0">
                <a:latin typeface="Times New Roman" panose="02020603050405020304" pitchFamily="18" charset="0"/>
                <a:cs typeface="Times New Roman" panose="02020603050405020304" pitchFamily="18" charset="0"/>
              </a:rPr>
              <a:t> It consists of four key metrics: True Positives (TP), False Positives (FP), True Negatives (TN), and False Negatives (FN). </a:t>
            </a:r>
          </a:p>
          <a:p>
            <a:pPr marL="342900" indent="-342900"/>
            <a:r>
              <a:rPr lang="en-US" dirty="0">
                <a:latin typeface="Times New Roman" panose="02020603050405020304" pitchFamily="18" charset="0"/>
                <a:cs typeface="Times New Roman" panose="02020603050405020304" pitchFamily="18" charset="0"/>
              </a:rPr>
              <a:t>These metrics help in calculating important performance measures like accuracy, precision, recall, and F1-score.</a:t>
            </a:r>
          </a:p>
          <a:p>
            <a:pPr marL="342900" indent="-342900"/>
            <a:r>
              <a:rPr lang="en-US" dirty="0">
                <a:latin typeface="Times New Roman" panose="02020603050405020304" pitchFamily="18" charset="0"/>
                <a:cs typeface="Times New Roman" panose="02020603050405020304" pitchFamily="18" charset="0"/>
              </a:rPr>
              <a:t>From the confusion matrix we got  accuracy 83% </a:t>
            </a:r>
            <a:r>
              <a:rPr lang="en-US" dirty="0" err="1">
                <a:latin typeface="Times New Roman" panose="02020603050405020304" pitchFamily="18" charset="0"/>
                <a:cs typeface="Times New Roman" panose="02020603050405020304" pitchFamily="18" charset="0"/>
              </a:rPr>
              <a:t>i.e</a:t>
            </a:r>
            <a:r>
              <a:rPr lang="en-US" dirty="0">
                <a:latin typeface="Times New Roman" panose="02020603050405020304" pitchFamily="18" charset="0"/>
                <a:cs typeface="Times New Roman" panose="02020603050405020304" pitchFamily="18" charset="0"/>
              </a:rPr>
              <a:t>, 2.91/3.51(sum of diagonal values/total values)</a:t>
            </a:r>
            <a:endParaRPr lang="en-IN" dirty="0"/>
          </a:p>
        </p:txBody>
      </p:sp>
      <p:pic>
        <p:nvPicPr>
          <p:cNvPr id="5" name="Picture 4">
            <a:extLst>
              <a:ext uri="{FF2B5EF4-FFF2-40B4-BE49-F238E27FC236}">
                <a16:creationId xmlns:a16="http://schemas.microsoft.com/office/drawing/2014/main" id="{E1653BAA-AEDF-4B0C-8C5B-C266254A3E35}"/>
              </a:ext>
            </a:extLst>
          </p:cNvPr>
          <p:cNvPicPr>
            <a:picLocks noChangeAspect="1"/>
          </p:cNvPicPr>
          <p:nvPr/>
        </p:nvPicPr>
        <p:blipFill rotWithShape="1">
          <a:blip r:embed="rId2"/>
          <a:srcRect l="2758" t="4032" r="15867" b="1098"/>
          <a:stretch/>
        </p:blipFill>
        <p:spPr>
          <a:xfrm>
            <a:off x="7080857" y="1306286"/>
            <a:ext cx="4955638" cy="4457881"/>
          </a:xfrm>
          <a:prstGeom prst="rect">
            <a:avLst/>
          </a:prstGeom>
        </p:spPr>
      </p:pic>
    </p:spTree>
    <p:extLst>
      <p:ext uri="{BB962C8B-B14F-4D97-AF65-F5344CB8AC3E}">
        <p14:creationId xmlns:p14="http://schemas.microsoft.com/office/powerpoint/2010/main" val="3468548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63CE1-F768-4112-BACE-4C7DD650FC0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Loss function graph</a:t>
            </a:r>
            <a:endParaRPr lang="en-IN"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4F3E6BD9-4745-4B2A-9F33-8C78FA50C4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52530" y="1614573"/>
            <a:ext cx="6027576" cy="4878302"/>
          </a:xfrm>
        </p:spPr>
      </p:pic>
    </p:spTree>
    <p:extLst>
      <p:ext uri="{BB962C8B-B14F-4D97-AF65-F5344CB8AC3E}">
        <p14:creationId xmlns:p14="http://schemas.microsoft.com/office/powerpoint/2010/main" val="2518844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F2F34-01B8-4FD8-AABD-D7F25DE5D8C2}"/>
              </a:ext>
            </a:extLst>
          </p:cNvPr>
          <p:cNvSpPr>
            <a:spLocks noGrp="1"/>
          </p:cNvSpPr>
          <p:nvPr>
            <p:ph type="title"/>
          </p:nvPr>
        </p:nvSpPr>
        <p:spPr>
          <a:xfrm>
            <a:off x="838200" y="365125"/>
            <a:ext cx="10515600" cy="1629930"/>
          </a:xfrm>
        </p:spPr>
        <p:txBody>
          <a:bodyPr/>
          <a:lstStyle/>
          <a:p>
            <a:r>
              <a:rPr lang="en-US" altLang="en-GB" b="1" dirty="0" err="1">
                <a:latin typeface="Times New Roman" panose="02020603050405020304" pitchFamily="18" charset="0"/>
                <a:cs typeface="Times New Roman" panose="02020603050405020304" pitchFamily="18" charset="0"/>
              </a:rPr>
              <a:t>Steamlit</a:t>
            </a:r>
            <a:br>
              <a:rPr lang="en-US" altLang="en-GB"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F78D29E-232E-4146-80D0-7D723D54EE96}"/>
              </a:ext>
            </a:extLst>
          </p:cNvPr>
          <p:cNvSpPr>
            <a:spLocks noGrp="1"/>
          </p:cNvSpPr>
          <p:nvPr>
            <p:ph idx="1"/>
          </p:nvPr>
        </p:nvSpPr>
        <p:spPr/>
        <p:txBody>
          <a:bodyPr/>
          <a:lstStyle/>
          <a:p>
            <a:r>
              <a:rPr lang="en-US" altLang="en-GB" dirty="0" err="1">
                <a:latin typeface="Times New Roman" panose="02020603050405020304" pitchFamily="18" charset="0"/>
                <a:cs typeface="Times New Roman" panose="02020603050405020304" pitchFamily="18" charset="0"/>
              </a:rPr>
              <a:t>Streamlit</a:t>
            </a:r>
            <a:r>
              <a:rPr lang="en-US" altLang="en-GB" dirty="0">
                <a:latin typeface="Times New Roman" panose="02020603050405020304" pitchFamily="18" charset="0"/>
                <a:cs typeface="Times New Roman" panose="02020603050405020304" pitchFamily="18" charset="0"/>
              </a:rPr>
              <a:t> is a Python library designed for creating fast, interactive web apps for machine learning and data science projects with minimal effort.</a:t>
            </a:r>
          </a:p>
          <a:p>
            <a:r>
              <a:rPr lang="en-US" altLang="en-GB" dirty="0">
                <a:latin typeface="Times New Roman" panose="02020603050405020304" pitchFamily="18" charset="0"/>
                <a:cs typeface="Times New Roman" panose="02020603050405020304" pitchFamily="18" charset="0"/>
              </a:rPr>
              <a:t>It provides features like file upload, buttons, image display, and real-time outputs.</a:t>
            </a:r>
          </a:p>
          <a:p>
            <a:r>
              <a:rPr lang="en-US" altLang="en-GB" dirty="0">
                <a:latin typeface="Times New Roman" panose="02020603050405020304" pitchFamily="18" charset="0"/>
                <a:cs typeface="Times New Roman" panose="02020603050405020304" pitchFamily="18" charset="0"/>
              </a:rPr>
              <a:t>In the context of blood cell detection, </a:t>
            </a:r>
            <a:r>
              <a:rPr lang="en-US" altLang="en-GB" dirty="0" err="1">
                <a:latin typeface="Times New Roman" panose="02020603050405020304" pitchFamily="18" charset="0"/>
                <a:cs typeface="Times New Roman" panose="02020603050405020304" pitchFamily="18" charset="0"/>
              </a:rPr>
              <a:t>Streamlit</a:t>
            </a:r>
            <a:r>
              <a:rPr lang="en-US" altLang="en-GB" dirty="0">
                <a:latin typeface="Times New Roman" panose="02020603050405020304" pitchFamily="18" charset="0"/>
                <a:cs typeface="Times New Roman" panose="02020603050405020304" pitchFamily="18" charset="0"/>
              </a:rPr>
              <a:t> provided an easy-to-use platform where users (doctors, healthcare workers) could interact with the model by simply uploading a blood smear image and getting instant results.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5121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A695A-C93F-424F-8AD7-19EC72F58317}"/>
              </a:ext>
            </a:extLst>
          </p:cNvPr>
          <p:cNvSpPr>
            <a:spLocks noGrp="1"/>
          </p:cNvSpPr>
          <p:nvPr>
            <p:ph type="title"/>
          </p:nvPr>
        </p:nvSpPr>
        <p:spPr/>
        <p:txBody>
          <a:bodyPr>
            <a:normAutofit fontScale="90000"/>
          </a:bodyPr>
          <a:lstStyle/>
          <a:p>
            <a:r>
              <a:rPr lang="en-US" altLang="en-GB" b="1" dirty="0">
                <a:latin typeface="Times New Roman" panose="02020603050405020304" pitchFamily="18" charset="0"/>
                <a:cs typeface="Times New Roman" panose="02020603050405020304" pitchFamily="18" charset="0"/>
              </a:rPr>
              <a:t>How </a:t>
            </a:r>
            <a:r>
              <a:rPr lang="en-US" altLang="en-GB" b="1" dirty="0" err="1">
                <a:latin typeface="Times New Roman" panose="02020603050405020304" pitchFamily="18" charset="0"/>
                <a:cs typeface="Times New Roman" panose="02020603050405020304" pitchFamily="18" charset="0"/>
              </a:rPr>
              <a:t>Streamlit</a:t>
            </a:r>
            <a:r>
              <a:rPr lang="en-US" altLang="en-GB" b="1" dirty="0">
                <a:latin typeface="Times New Roman" panose="02020603050405020304" pitchFamily="18" charset="0"/>
                <a:cs typeface="Times New Roman" panose="02020603050405020304" pitchFamily="18" charset="0"/>
              </a:rPr>
              <a:t> is Used in Our Blood Cell Detection App?</a:t>
            </a:r>
            <a:br>
              <a:rPr lang="en-US" altLang="en-GB"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C76DAAF-AC39-4804-BB33-23563B398794}"/>
              </a:ext>
            </a:extLst>
          </p:cNvPr>
          <p:cNvSpPr>
            <a:spLocks noGrp="1"/>
          </p:cNvSpPr>
          <p:nvPr>
            <p:ph idx="1"/>
          </p:nvPr>
        </p:nvSpPr>
        <p:spPr/>
        <p:txBody>
          <a:bodyPr/>
          <a:lstStyle/>
          <a:p>
            <a:r>
              <a:rPr lang="en-US" altLang="en-GB" dirty="0">
                <a:latin typeface="Times New Roman" panose="02020603050405020304" pitchFamily="18" charset="0"/>
                <a:cs typeface="Times New Roman" panose="02020603050405020304" pitchFamily="18" charset="0"/>
              </a:rPr>
              <a:t>We designed a </a:t>
            </a:r>
            <a:r>
              <a:rPr lang="en-US" altLang="en-GB" dirty="0" err="1">
                <a:latin typeface="Times New Roman" panose="02020603050405020304" pitchFamily="18" charset="0"/>
                <a:cs typeface="Times New Roman" panose="02020603050405020304" pitchFamily="18" charset="0"/>
              </a:rPr>
              <a:t>Streamlit</a:t>
            </a:r>
            <a:r>
              <a:rPr lang="en-US" altLang="en-GB" dirty="0">
                <a:latin typeface="Times New Roman" panose="02020603050405020304" pitchFamily="18" charset="0"/>
                <a:cs typeface="Times New Roman" panose="02020603050405020304" pitchFamily="18" charset="0"/>
              </a:rPr>
              <a:t> web app that accepts microscopic blood images from the user through a file uploader widget (</a:t>
            </a:r>
            <a:r>
              <a:rPr lang="en-US" altLang="en-GB" dirty="0" err="1">
                <a:latin typeface="Times New Roman" panose="02020603050405020304" pitchFamily="18" charset="0"/>
                <a:cs typeface="Times New Roman" panose="02020603050405020304" pitchFamily="18" charset="0"/>
              </a:rPr>
              <a:t>st.file_uploader</a:t>
            </a:r>
            <a:r>
              <a:rPr lang="en-US" altLang="en-GB" dirty="0">
                <a:latin typeface="Times New Roman" panose="02020603050405020304" pitchFamily="18" charset="0"/>
                <a:cs typeface="Times New Roman" panose="02020603050405020304" pitchFamily="18" charset="0"/>
              </a:rPr>
              <a:t>)</a:t>
            </a:r>
          </a:p>
          <a:p>
            <a:r>
              <a:rPr lang="en-US" altLang="en-GB" dirty="0">
                <a:latin typeface="Times New Roman" panose="02020603050405020304" pitchFamily="18" charset="0"/>
                <a:cs typeface="Times New Roman" panose="02020603050405020304" pitchFamily="18" charset="0"/>
              </a:rPr>
              <a:t>Uploaded image is displayed using </a:t>
            </a:r>
            <a:r>
              <a:rPr lang="en-US" altLang="en-GB" dirty="0" err="1">
                <a:latin typeface="Times New Roman" panose="02020603050405020304" pitchFamily="18" charset="0"/>
                <a:cs typeface="Times New Roman" panose="02020603050405020304" pitchFamily="18" charset="0"/>
              </a:rPr>
              <a:t>st.image</a:t>
            </a:r>
            <a:r>
              <a:rPr lang="en-US" altLang="en-GB" dirty="0">
                <a:latin typeface="Times New Roman" panose="02020603050405020304" pitchFamily="18" charset="0"/>
                <a:cs typeface="Times New Roman" panose="02020603050405020304" pitchFamily="18" charset="0"/>
              </a:rPr>
              <a:t>() for confirmation.</a:t>
            </a:r>
          </a:p>
          <a:p>
            <a:r>
              <a:rPr lang="en-US" altLang="en-GB" dirty="0">
                <a:latin typeface="Times New Roman" panose="02020603050405020304" pitchFamily="18" charset="0"/>
                <a:cs typeface="Times New Roman" panose="02020603050405020304" pitchFamily="18" charset="0"/>
              </a:rPr>
              <a:t>Image is sent to the YOLO model for detecting blood cells</a:t>
            </a:r>
          </a:p>
          <a:p>
            <a:r>
              <a:rPr lang="en-US" altLang="en-GB" dirty="0">
                <a:latin typeface="Times New Roman" panose="02020603050405020304" pitchFamily="18" charset="0"/>
                <a:cs typeface="Times New Roman" panose="02020603050405020304" pitchFamily="18" charset="0"/>
              </a:rPr>
              <a:t>Based on detection:</a:t>
            </a:r>
          </a:p>
          <a:p>
            <a:pPr marL="0" indent="0">
              <a:buNone/>
            </a:pPr>
            <a:r>
              <a:rPr lang="en-US" altLang="en-GB" dirty="0">
                <a:latin typeface="Times New Roman" panose="02020603050405020304" pitchFamily="18" charset="0"/>
                <a:cs typeface="Times New Roman" panose="02020603050405020304" pitchFamily="18" charset="0"/>
              </a:rPr>
              <a:t>    - Highlighted with bounding boxes.</a:t>
            </a:r>
          </a:p>
          <a:p>
            <a:pPr marL="0" indent="0">
              <a:buNone/>
            </a:pPr>
            <a:r>
              <a:rPr lang="en-US" altLang="en-GB" dirty="0">
                <a:latin typeface="Times New Roman" panose="02020603050405020304" pitchFamily="18" charset="0"/>
                <a:cs typeface="Times New Roman" panose="02020603050405020304" pitchFamily="18" charset="0"/>
              </a:rPr>
              <a:t>    - Final result shown using </a:t>
            </a:r>
            <a:r>
              <a:rPr lang="en-US" altLang="en-GB" dirty="0" err="1">
                <a:latin typeface="Times New Roman" panose="02020603050405020304" pitchFamily="18" charset="0"/>
                <a:cs typeface="Times New Roman" panose="02020603050405020304" pitchFamily="18" charset="0"/>
              </a:rPr>
              <a:t>st.success</a:t>
            </a:r>
            <a:r>
              <a:rPr lang="en-US" altLang="en-GB" dirty="0">
                <a:latin typeface="Times New Roman" panose="02020603050405020304" pitchFamily="18" charset="0"/>
                <a:cs typeface="Times New Roman" panose="02020603050405020304" pitchFamily="18" charset="0"/>
              </a:rPr>
              <a:t>() or </a:t>
            </a:r>
            <a:r>
              <a:rPr lang="en-US" altLang="en-GB" dirty="0" err="1">
                <a:latin typeface="Times New Roman" panose="02020603050405020304" pitchFamily="18" charset="0"/>
                <a:cs typeface="Times New Roman" panose="02020603050405020304" pitchFamily="18" charset="0"/>
              </a:rPr>
              <a:t>st.error</a:t>
            </a:r>
            <a:r>
              <a:rPr lang="en-US" altLang="en-GB" dirty="0">
                <a:latin typeface="Times New Roman" panose="02020603050405020304" pitchFamily="18" charset="0"/>
                <a:cs typeface="Times New Roman" panose="02020603050405020304" pitchFamily="18" charset="0"/>
              </a:rPr>
              <a:t>().</a:t>
            </a:r>
          </a:p>
          <a:p>
            <a:r>
              <a:rPr lang="en-US" altLang="en-GB" dirty="0" err="1">
                <a:latin typeface="Times New Roman" panose="02020603050405020304" pitchFamily="18" charset="0"/>
                <a:cs typeface="Times New Roman" panose="02020603050405020304" pitchFamily="18" charset="0"/>
              </a:rPr>
              <a:t>Streamlit</a:t>
            </a:r>
            <a:r>
              <a:rPr lang="en-US" altLang="en-GB" dirty="0">
                <a:latin typeface="Times New Roman" panose="02020603050405020304" pitchFamily="18" charset="0"/>
                <a:cs typeface="Times New Roman" panose="02020603050405020304" pitchFamily="18" charset="0"/>
              </a:rPr>
              <a:t> handles the entire flow in real-time, giving quick and accurate results to the user.</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8756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532D61C-57B3-4959-8EA6-25126E73175D}"/>
              </a:ext>
            </a:extLst>
          </p:cNvPr>
          <p:cNvSpPr txBox="1"/>
          <p:nvPr/>
        </p:nvSpPr>
        <p:spPr>
          <a:xfrm>
            <a:off x="349625" y="3990109"/>
            <a:ext cx="1698810" cy="523220"/>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Output</a:t>
            </a:r>
            <a:endParaRPr lang="en-IN" sz="2800" b="1" u="sn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66558F2-135A-4FB5-9723-EADEF9571DB3}"/>
              </a:ext>
            </a:extLst>
          </p:cNvPr>
          <p:cNvSpPr txBox="1"/>
          <p:nvPr/>
        </p:nvSpPr>
        <p:spPr>
          <a:xfrm flipH="1">
            <a:off x="116378" y="317263"/>
            <a:ext cx="2255084" cy="95410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Result:</a:t>
            </a:r>
            <a:endParaRPr lang="en-US"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pic>
        <p:nvPicPr>
          <p:cNvPr id="11" name="Content Placeholder 10">
            <a:extLst>
              <a:ext uri="{FF2B5EF4-FFF2-40B4-BE49-F238E27FC236}">
                <a16:creationId xmlns:a16="http://schemas.microsoft.com/office/drawing/2014/main" id="{D2904230-7922-4143-9D7C-8B610D124839}"/>
              </a:ext>
            </a:extLst>
          </p:cNvPr>
          <p:cNvPicPr>
            <a:picLocks noGrp="1" noChangeAspect="1"/>
          </p:cNvPicPr>
          <p:nvPr>
            <p:ph idx="1"/>
          </p:nvPr>
        </p:nvPicPr>
        <p:blipFill rotWithShape="1">
          <a:blip r:embed="rId2"/>
          <a:srcRect l="4712" r="5092" b="5556"/>
          <a:stretch/>
        </p:blipFill>
        <p:spPr>
          <a:xfrm>
            <a:off x="2048435" y="0"/>
            <a:ext cx="7720716" cy="4124131"/>
          </a:xfrm>
          <a:prstGeom prst="rect">
            <a:avLst/>
          </a:prstGeom>
        </p:spPr>
      </p:pic>
      <p:pic>
        <p:nvPicPr>
          <p:cNvPr id="12" name="Picture 11">
            <a:extLst>
              <a:ext uri="{FF2B5EF4-FFF2-40B4-BE49-F238E27FC236}">
                <a16:creationId xmlns:a16="http://schemas.microsoft.com/office/drawing/2014/main" id="{E29DE508-92F6-4772-AED0-A7DA0011D385}"/>
              </a:ext>
            </a:extLst>
          </p:cNvPr>
          <p:cNvPicPr>
            <a:picLocks noChangeAspect="1"/>
          </p:cNvPicPr>
          <p:nvPr/>
        </p:nvPicPr>
        <p:blipFill rotWithShape="1">
          <a:blip r:embed="rId3"/>
          <a:srcRect r="2178" b="18436"/>
          <a:stretch/>
        </p:blipFill>
        <p:spPr>
          <a:xfrm>
            <a:off x="2057043" y="4188270"/>
            <a:ext cx="7544157" cy="2567094"/>
          </a:xfrm>
          <a:prstGeom prst="rect">
            <a:avLst/>
          </a:prstGeom>
        </p:spPr>
      </p:pic>
      <p:pic>
        <p:nvPicPr>
          <p:cNvPr id="6" name="Picture 5">
            <a:extLst>
              <a:ext uri="{FF2B5EF4-FFF2-40B4-BE49-F238E27FC236}">
                <a16:creationId xmlns:a16="http://schemas.microsoft.com/office/drawing/2014/main" id="{C8321558-1925-42FC-8676-B36D0D5AF1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3571" y="4356809"/>
            <a:ext cx="6165009" cy="2230016"/>
          </a:xfrm>
          <a:prstGeom prst="rect">
            <a:avLst/>
          </a:prstGeom>
        </p:spPr>
      </p:pic>
    </p:spTree>
    <p:extLst>
      <p:ext uri="{BB962C8B-B14F-4D97-AF65-F5344CB8AC3E}">
        <p14:creationId xmlns:p14="http://schemas.microsoft.com/office/powerpoint/2010/main" val="862733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B7C76E-3720-4C08-8D90-8024FAB52B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7862" y="1514475"/>
            <a:ext cx="8296275" cy="3829050"/>
          </a:xfrm>
          <a:prstGeom prst="rect">
            <a:avLst/>
          </a:prstGeom>
        </p:spPr>
      </p:pic>
    </p:spTree>
    <p:extLst>
      <p:ext uri="{BB962C8B-B14F-4D97-AF65-F5344CB8AC3E}">
        <p14:creationId xmlns:p14="http://schemas.microsoft.com/office/powerpoint/2010/main" val="1804167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EB7DB-0429-4552-BC49-F30494E5EC7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Challenges and Solution</a:t>
            </a:r>
            <a:endParaRPr lang="en-IN" dirty="0"/>
          </a:p>
        </p:txBody>
      </p:sp>
      <p:sp>
        <p:nvSpPr>
          <p:cNvPr id="3" name="Content Placeholder 2">
            <a:extLst>
              <a:ext uri="{FF2B5EF4-FFF2-40B4-BE49-F238E27FC236}">
                <a16:creationId xmlns:a16="http://schemas.microsoft.com/office/drawing/2014/main" id="{2C48E43C-10AB-4A74-A03A-567B7F4E678D}"/>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Challenge: Red and white blood cells often overlap or cluster together in blood smears, making it difficult for the YOLO model to distinguish individual cells accurately .</a:t>
            </a:r>
          </a:p>
          <a:p>
            <a:r>
              <a:rPr lang="en-US" dirty="0">
                <a:latin typeface="Times New Roman" panose="02020603050405020304" pitchFamily="18" charset="0"/>
                <a:cs typeface="Times New Roman" panose="02020603050405020304" pitchFamily="18" charset="0"/>
              </a:rPr>
              <a:t>Solution: Incorporate advanced preprocessing steps to separate clustered cells. Train the model on a diverse dataset that includes examples of overlapping cells to improve its ability to handle such scenarios</a:t>
            </a:r>
          </a:p>
          <a:p>
            <a:r>
              <a:rPr lang="en-US" dirty="0">
                <a:latin typeface="Times New Roman" panose="02020603050405020304" pitchFamily="18" charset="0"/>
                <a:cs typeface="Times New Roman" panose="02020603050405020304" pitchFamily="18" charset="0"/>
              </a:rPr>
              <a:t>Limited Training  Data Challenge : High-quality, annotated datasets for training the YOLO model are often scarce, limiting its performance and generalizability.</a:t>
            </a:r>
          </a:p>
          <a:p>
            <a:r>
              <a:rPr lang="en-US" dirty="0">
                <a:latin typeface="Times New Roman" panose="02020603050405020304" pitchFamily="18" charset="0"/>
                <a:cs typeface="Times New Roman" panose="02020603050405020304" pitchFamily="18" charset="0"/>
              </a:rPr>
              <a:t>Solution: Generating more datasets using generative models.</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47891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73931-1841-4E84-95D9-1EFB65FE5942}"/>
              </a:ext>
            </a:extLst>
          </p:cNvPr>
          <p:cNvSpPr>
            <a:spLocks noGrp="1"/>
          </p:cNvSpPr>
          <p:nvPr>
            <p:ph type="title"/>
          </p:nvPr>
        </p:nvSpPr>
        <p:spPr>
          <a:xfrm>
            <a:off x="767080" y="415925"/>
            <a:ext cx="10515600" cy="1325563"/>
          </a:xfrm>
        </p:spPr>
        <p:txBody>
          <a:bodyPr/>
          <a:lstStyle/>
          <a:p>
            <a:r>
              <a:rPr lang="en-US" b="1" dirty="0">
                <a:latin typeface="Times New Roman" panose="02020603050405020304" pitchFamily="18" charset="0"/>
                <a:cs typeface="Times New Roman" panose="02020603050405020304" pitchFamily="18" charset="0"/>
              </a:rPr>
              <a:t>Future Scope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A08CD27-2568-48EB-9CDF-258ED9F6EC71}"/>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By collecting data like each person microscopic blood images </a:t>
            </a:r>
            <a:r>
              <a:rPr lang="en-US" sz="2400" dirty="0" err="1">
                <a:latin typeface="Times New Roman" panose="02020603050405020304" pitchFamily="18" charset="0"/>
                <a:cs typeface="Times New Roman" panose="02020603050405020304" pitchFamily="18" charset="0"/>
              </a:rPr>
              <a:t>upto</a:t>
            </a:r>
            <a:r>
              <a:rPr lang="en-US" sz="2400" dirty="0">
                <a:latin typeface="Times New Roman" panose="02020603050405020304" pitchFamily="18" charset="0"/>
                <a:cs typeface="Times New Roman" panose="02020603050405020304" pitchFamily="18" charset="0"/>
              </a:rPr>
              <a:t> 5 we can easily average and get complete count of the body through the model.</a:t>
            </a:r>
          </a:p>
          <a:p>
            <a:r>
              <a:rPr lang="en-US" sz="2400" dirty="0">
                <a:latin typeface="Times New Roman" panose="02020603050405020304" pitchFamily="18" charset="0"/>
                <a:cs typeface="Times New Roman" panose="02020603050405020304" pitchFamily="18" charset="0"/>
              </a:rPr>
              <a:t>Deploying this application in an Android app instead of web application will enable easy access to blood cell counts, reducing the cost of CBC (Complete Blood Count) tests, minimizing blood wastage, and enhancing the accuracy and efficiency of BCC (Blood Cell Count) through deep learning.</a:t>
            </a:r>
          </a:p>
        </p:txBody>
      </p:sp>
    </p:spTree>
    <p:extLst>
      <p:ext uri="{BB962C8B-B14F-4D97-AF65-F5344CB8AC3E}">
        <p14:creationId xmlns:p14="http://schemas.microsoft.com/office/powerpoint/2010/main" val="3739773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FBA75-530F-4D16-9A5C-98CA40C1F37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C37CBB6-E191-424B-8206-482C204386BD}"/>
              </a:ext>
            </a:extLst>
          </p:cNvPr>
          <p:cNvSpPr>
            <a:spLocks noGrp="1"/>
          </p:cNvSpPr>
          <p:nvPr>
            <p:ph idx="1"/>
          </p:nvPr>
        </p:nvSpPr>
        <p:spPr>
          <a:xfrm>
            <a:off x="838200" y="1690688"/>
            <a:ext cx="10515600" cy="4802187"/>
          </a:xfrm>
        </p:spPr>
        <p:txBody>
          <a:bodyPr>
            <a:normAutofit/>
          </a:bodyPr>
          <a:lstStyle/>
          <a:p>
            <a:r>
              <a:rPr lang="en-US" sz="2400" dirty="0">
                <a:latin typeface="Times New Roman" panose="02020603050405020304" pitchFamily="18" charset="0"/>
                <a:cs typeface="Times New Roman" panose="02020603050405020304" pitchFamily="18" charset="0"/>
              </a:rPr>
              <a:t>In conclusion, employing the YOLO model for blood cell counting via deep learning proves to be a highly effective approach, offering accurate and rapid analysis of blood samples. </a:t>
            </a:r>
          </a:p>
          <a:p>
            <a:r>
              <a:rPr lang="en-US" sz="2400" dirty="0">
                <a:latin typeface="Times New Roman" panose="02020603050405020304" pitchFamily="18" charset="0"/>
                <a:cs typeface="Times New Roman" panose="02020603050405020304" pitchFamily="18" charset="0"/>
              </a:rPr>
              <a:t>This method streamlines laboratory processes, reducing manual effort, cost , requirement of Blood and potential errors while enabling real-time analysis for timely medical decision-making. </a:t>
            </a:r>
          </a:p>
          <a:p>
            <a:r>
              <a:rPr lang="en-US" sz="2400" dirty="0">
                <a:latin typeface="Times New Roman" panose="02020603050405020304" pitchFamily="18" charset="0"/>
                <a:cs typeface="Times New Roman" panose="02020603050405020304" pitchFamily="18" charset="0"/>
              </a:rPr>
              <a:t>The integration of YOLO model showcases the potential of deep learning in revolutionizing medical diagnostics, promising improved efficiency and accuracy in blood cell counting tasks.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41789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EE165-D303-4220-8CC6-5D83BFF9264A}"/>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853AD15C-7211-440C-9E47-FF1EC77E3175}"/>
              </a:ext>
            </a:extLst>
          </p:cNvPr>
          <p:cNvSpPr>
            <a:spLocks noGrp="1"/>
          </p:cNvSpPr>
          <p:nvPr>
            <p:ph idx="1"/>
          </p:nvPr>
        </p:nvSpPr>
        <p:spPr/>
        <p:txBody>
          <a:bodyPr>
            <a:normAutofit/>
          </a:bodyPr>
          <a:lstStyle/>
          <a:p>
            <a:pPr marL="457200" indent="-457200">
              <a:buFont typeface="+mj-lt"/>
              <a:buAutoNum type="arabicPeriod"/>
            </a:pPr>
            <a:r>
              <a:rPr lang="en-IN" sz="2400" dirty="0">
                <a:latin typeface="Times New Roman" panose="02020603050405020304" pitchFamily="18" charset="0"/>
                <a:cs typeface="Times New Roman" panose="02020603050405020304" pitchFamily="18" charset="0"/>
                <a:hlinkClick r:id="rId2"/>
              </a:rPr>
              <a:t>https://public.roboflow.com/object-detection/bccd/4</a:t>
            </a:r>
            <a:endParaRPr lang="en-IN"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hlinkClick r:id="rId3"/>
              </a:rPr>
              <a:t>https://yolov8.com/</a:t>
            </a:r>
            <a:endParaRPr lang="en-IN"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hlinkClick r:id="rId4"/>
              </a:rPr>
              <a:t>https://www.geeksforgeeks.org/introduction-deep-learning/</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hlinkClick r:id="rId5"/>
              </a:rPr>
              <a:t>https://medlineplus.gov/blood.html#</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hlinkClick r:id="rId6"/>
              </a:rPr>
              <a:t>https://kili-technology.com/data-labeling/machine-learning/yolo-algorithm-real-time-object-detection-from-a-to-z</a:t>
            </a: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11715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F8CB3-9A6D-46B4-A3CC-7044BECBE17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Questions and Answers</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0483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60977-F95D-4FAF-B1B2-40ECFD38F790}"/>
              </a:ext>
            </a:extLst>
          </p:cNvPr>
          <p:cNvSpPr>
            <a:spLocks noGrp="1"/>
          </p:cNvSpPr>
          <p:nvPr>
            <p:ph type="title"/>
          </p:nvPr>
        </p:nvSpPr>
        <p:spPr>
          <a:xfrm>
            <a:off x="703730" y="1616915"/>
            <a:ext cx="10515600" cy="3624169"/>
          </a:xfrm>
        </p:spPr>
        <p:txBody>
          <a:bodyPr>
            <a:normAutofit/>
          </a:bodyPr>
          <a:lstStyle/>
          <a:p>
            <a:pPr algn="ctr"/>
            <a:r>
              <a:rPr lang="en-US" sz="5600" b="1" dirty="0">
                <a:latin typeface="Times New Roman" panose="02020603050405020304" pitchFamily="18" charset="0"/>
                <a:cs typeface="Times New Roman" panose="02020603050405020304" pitchFamily="18" charset="0"/>
              </a:rPr>
              <a:t>Thank you</a:t>
            </a:r>
            <a:endParaRPr lang="en-IN" sz="5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90864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6406</TotalTime>
  <Words>1720</Words>
  <Application>Microsoft Office PowerPoint</Application>
  <PresentationFormat>Widescreen</PresentationFormat>
  <Paragraphs>164</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Times New Roman</vt:lpstr>
      <vt:lpstr>Office Theme</vt:lpstr>
      <vt:lpstr>Developing  Application For Predicting RBC,WBC And Platelets Count With Microscopic Blood Image and Yolo Model</vt:lpstr>
      <vt:lpstr>Table of Contents</vt:lpstr>
      <vt:lpstr>Abstract</vt:lpstr>
      <vt:lpstr>Objective</vt:lpstr>
      <vt:lpstr>Introduction</vt:lpstr>
      <vt:lpstr>Blood Cells :</vt:lpstr>
      <vt:lpstr>YOLO (You Only Look Once) </vt:lpstr>
      <vt:lpstr>How yolo works?</vt:lpstr>
      <vt:lpstr>How we use YOLO?</vt:lpstr>
      <vt:lpstr>Dataset </vt:lpstr>
      <vt:lpstr>PowerPoint Presentation</vt:lpstr>
      <vt:lpstr>Python Implementation</vt:lpstr>
      <vt:lpstr>Accuracy of the model </vt:lpstr>
      <vt:lpstr>Loss function graph</vt:lpstr>
      <vt:lpstr>Steamlit </vt:lpstr>
      <vt:lpstr>How Streamlit is Used in Our Blood Cell Detection App? </vt:lpstr>
      <vt:lpstr>PowerPoint Presentation</vt:lpstr>
      <vt:lpstr>PowerPoint Presentation</vt:lpstr>
      <vt:lpstr>Challenges and Solution</vt:lpstr>
      <vt:lpstr>Future Scope</vt:lpstr>
      <vt:lpstr>Conclusion</vt:lpstr>
      <vt:lpstr>References</vt:lpstr>
      <vt:lpstr>Questions and Answers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Deep Learning for RBC, WBC, and Platelet Analysis Using YOLO Model</dc:title>
  <dc:creator>Lenovo</dc:creator>
  <cp:lastModifiedBy>Lenovo</cp:lastModifiedBy>
  <cp:revision>99</cp:revision>
  <dcterms:created xsi:type="dcterms:W3CDTF">2024-06-17T18:24:12Z</dcterms:created>
  <dcterms:modified xsi:type="dcterms:W3CDTF">2025-05-02T11:46:03Z</dcterms:modified>
</cp:coreProperties>
</file>